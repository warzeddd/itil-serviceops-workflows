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y="5143500" cx="9144000"/>
  <p:notesSz cx="6858000" cy="9144000"/>
  <p:embeddedFontLst>
    <p:embeddedFont>
      <p:font typeface="Bebas Neue"/>
      <p:regular r:id="rId53"/>
    </p:embeddedFont>
    <p:embeddedFont>
      <p:font typeface="Be Vietnam Pro"/>
      <p:regular r:id="rId54"/>
      <p:bold r:id="rId55"/>
      <p:italic r:id="rId56"/>
      <p:boldItalic r:id="rId57"/>
    </p:embeddedFont>
    <p:embeddedFont>
      <p:font typeface="PT Sans"/>
      <p:regular r:id="rId58"/>
      <p:bold r:id="rId59"/>
      <p:italic r:id="rId60"/>
      <p:boldItalic r:id="rId61"/>
    </p:embeddedFont>
    <p:embeddedFont>
      <p:font typeface="Be Vietnam Pro Black"/>
      <p:bold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BeVietnamProBlack-bold.fntdata"/><Relationship Id="rId61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63" Type="http://schemas.openxmlformats.org/officeDocument/2006/relationships/font" Target="fonts/BeVietnamProBlack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T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BebasNeue-regular.fntdata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BeVietnamPro-bold.fntdata"/><Relationship Id="rId10" Type="http://schemas.openxmlformats.org/officeDocument/2006/relationships/slide" Target="slides/slide4.xml"/><Relationship Id="rId54" Type="http://schemas.openxmlformats.org/officeDocument/2006/relationships/font" Target="fonts/BeVietnamPro-regular.fntdata"/><Relationship Id="rId13" Type="http://schemas.openxmlformats.org/officeDocument/2006/relationships/slide" Target="slides/slide7.xml"/><Relationship Id="rId57" Type="http://schemas.openxmlformats.org/officeDocument/2006/relationships/font" Target="fonts/BeVietnamPro-boldItalic.fntdata"/><Relationship Id="rId12" Type="http://schemas.openxmlformats.org/officeDocument/2006/relationships/slide" Target="slides/slide6.xml"/><Relationship Id="rId56" Type="http://schemas.openxmlformats.org/officeDocument/2006/relationships/font" Target="fonts/BeVietnamPro-italic.fntdata"/><Relationship Id="rId15" Type="http://schemas.openxmlformats.org/officeDocument/2006/relationships/slide" Target="slides/slide9.xml"/><Relationship Id="rId59" Type="http://schemas.openxmlformats.org/officeDocument/2006/relationships/font" Target="fonts/PTSans-bold.fntdata"/><Relationship Id="rId14" Type="http://schemas.openxmlformats.org/officeDocument/2006/relationships/slide" Target="slides/slide8.xml"/><Relationship Id="rId58" Type="http://schemas.openxmlformats.org/officeDocument/2006/relationships/font" Target="fonts/PT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g38ddc9606d7_0_3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5" name="Google Shape;1745;g38ddc9606d7_0_3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38ddc9606d7_0_6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38ddc9606d7_0_6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38ddc9606d7_0_4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38ddc9606d7_0_4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g39c5b0982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7" name="Google Shape;1827;g39c5b0982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6" name="Shape 1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7" name="Google Shape;1937;g39c5b098275_0_1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8" name="Google Shape;1938;g39c5b098275_0_1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8ddc9606d7_1_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8ddc9606d7_1_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4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g39c5b098275_0_1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6" name="Google Shape;2006;g39c5b098275_0_1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38ddc9606d7_1_2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38ddc9606d7_1_2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39c5b098275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39c5b09827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g38ddc9606d7_1_2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8" name="Google Shape;2138;g38ddc9606d7_1_2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38ddc9606d7_1_2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38ddc9606d7_1_2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38ddc9606d7_1_2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38ddc9606d7_1_2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7" name="Shape 2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Google Shape;2158;g38ddc9606d7_1_2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9" name="Google Shape;2159;g38ddc9606d7_1_2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g38ddc9606d7_1_2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5" name="Google Shape;2165;g38ddc9606d7_1_2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39c5b098275_0_3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39c5b098275_0_3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g38ddc9606d7_1_3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9" name="Google Shape;2289;g38ddc9606d7_1_3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g38ddc9606d7_1_5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6" name="Google Shape;2296;g38ddc9606d7_1_5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38ddc9606d7_1_5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38ddc9606d7_1_5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8" name="Shape 2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9" name="Google Shape;2309;g38ddc9606d7_1_6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0" name="Google Shape;2310;g38ddc9606d7_1_6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g38ddc9606d7_1_6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6" name="Google Shape;2316;g38ddc9606d7_1_6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g38ddc9606d7_1_6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2" name="Google Shape;2322;g38ddc9606d7_1_6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9c5b098275_0_3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9c5b098275_0_3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38ddc9606d7_1_5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0" name="Google Shape;2440;g38ddc9606d7_1_5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38ddc9606d7_1_5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6" name="Google Shape;2446;g38ddc9606d7_1_5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38ddc9606d7_1_5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4" name="Google Shape;2454;g38ddc9606d7_1_5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39c5b098275_0_3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0" name="Google Shape;2460;g39c5b098275_0_3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38ddc9606d7_1_5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38ddc9606d7_1_5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6" name="Shape 2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7" name="Google Shape;2577;g38ddc9606d7_1_5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8" name="Google Shape;2578;g38ddc9606d7_1_5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38ddc9606d7_1_6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38ddc9606d7_1_6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1" name="Shape 2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g38ddc9606d7_1_6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3" name="Google Shape;2593;g38ddc9606d7_1_6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g38ddc9606d7_1_6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9" name="Google Shape;2599;g38ddc9606d7_1_6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4" name="Google Shape;2604;g38ddc9606d7_1_6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5" name="Google Shape;2605;g38ddc9606d7_1_6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9" name="Shape 2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0" name="Google Shape;2610;g38ddc9606d7_1_6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1" name="Google Shape;2611;g38ddc9606d7_1_6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g38ddc9606d7_1_6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7" name="Google Shape;2617;g38ddc9606d7_1_6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g39c5b098275_0_2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8" name="Google Shape;2728;g39c5b098275_0_2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g38ddc9606d7_1_7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0" name="Google Shape;2840;g38ddc9606d7_1_7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4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9c5b09827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9c5b09827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0" name="Shape 2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1" name="Google Shape;2851;g39c5b098275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2" name="Google Shape;2852;g39c5b098275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6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" name="Google Shape;2857;g39c5b098275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8" name="Google Shape;2858;g39c5b098275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3" name="Shape 2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Google Shape;2864;g39c5b098275_0_3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5" name="Google Shape;2865;g39c5b098275_0_3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5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39c5b098275_0_2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7" name="Google Shape;2977;g39c5b098275_0_2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1" name="Shape 2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2" name="Google Shape;2982;g39c5b098275_0_2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3" name="Google Shape;2983;g39c5b098275_0_2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g39c5b098275_0_2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9" name="Google Shape;2989;g39c5b098275_0_2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g39c5b098275_0_2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5" name="Google Shape;2995;g39c5b098275_0_2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g39c5b098275_0_3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2" name="Google Shape;3002;g39c5b098275_0_3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g38ddc9606d7_1_7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8" name="Google Shape;3008;g38ddc9606d7_1_7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404475" y="946300"/>
            <a:ext cx="4026300" cy="27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404475" y="3721375"/>
            <a:ext cx="4026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192215" y="137314"/>
            <a:ext cx="8798184" cy="4869073"/>
            <a:chOff x="192215" y="137314"/>
            <a:chExt cx="8798184" cy="4869073"/>
          </a:xfrm>
        </p:grpSpPr>
        <p:sp>
          <p:nvSpPr>
            <p:cNvPr id="12" name="Google Shape;12;p2"/>
            <p:cNvSpPr/>
            <p:nvPr/>
          </p:nvSpPr>
          <p:spPr>
            <a:xfrm>
              <a:off x="6157243" y="471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" name="Google Shape;13;p2"/>
            <p:cNvGrpSpPr/>
            <p:nvPr/>
          </p:nvGrpSpPr>
          <p:grpSpPr>
            <a:xfrm>
              <a:off x="192215" y="972764"/>
              <a:ext cx="354700" cy="354032"/>
              <a:chOff x="197672" y="1050598"/>
              <a:chExt cx="504839" cy="503889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50062" y="1302036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97672" y="1050598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" name="Google Shape;22;p2"/>
            <p:cNvGrpSpPr/>
            <p:nvPr/>
          </p:nvGrpSpPr>
          <p:grpSpPr>
            <a:xfrm>
              <a:off x="3130504" y="137314"/>
              <a:ext cx="483619" cy="561918"/>
              <a:chOff x="170054" y="3050726"/>
              <a:chExt cx="483619" cy="561918"/>
            </a:xfrm>
          </p:grpSpPr>
          <p:sp>
            <p:nvSpPr>
              <p:cNvPr id="23" name="Google Shape;23;p2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" name="Google Shape;25;p2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877326" y="137332"/>
            <a:ext cx="8039356" cy="4784724"/>
            <a:chOff x="877326" y="137332"/>
            <a:chExt cx="8039356" cy="4784724"/>
          </a:xfrm>
        </p:grpSpPr>
        <p:grpSp>
          <p:nvGrpSpPr>
            <p:cNvPr id="28" name="Google Shape;28;p2"/>
            <p:cNvGrpSpPr/>
            <p:nvPr/>
          </p:nvGrpSpPr>
          <p:grpSpPr>
            <a:xfrm>
              <a:off x="877326" y="137332"/>
              <a:ext cx="501089" cy="503398"/>
              <a:chOff x="7686551" y="596782"/>
              <a:chExt cx="501089" cy="503398"/>
            </a:xfrm>
          </p:grpSpPr>
          <p:sp>
            <p:nvSpPr>
              <p:cNvPr id="29" name="Google Shape;29;p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5" name="Google Shape;35;p2"/>
            <p:cNvGrpSpPr/>
            <p:nvPr/>
          </p:nvGrpSpPr>
          <p:grpSpPr>
            <a:xfrm>
              <a:off x="8289770" y="4295091"/>
              <a:ext cx="626912" cy="626965"/>
              <a:chOff x="5734895" y="534991"/>
              <a:chExt cx="626912" cy="626965"/>
            </a:xfrm>
          </p:grpSpPr>
          <p:sp>
            <p:nvSpPr>
              <p:cNvPr id="36" name="Google Shape;36;p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 txBox="1"/>
          <p:nvPr>
            <p:ph type="title"/>
          </p:nvPr>
        </p:nvSpPr>
        <p:spPr>
          <a:xfrm>
            <a:off x="1382375" y="2060788"/>
            <a:ext cx="2580300" cy="16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3"/>
          <p:cNvSpPr txBox="1"/>
          <p:nvPr>
            <p:ph hasCustomPrompt="1"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0" sz="7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" name="Google Shape;42;p3"/>
          <p:cNvSpPr txBox="1"/>
          <p:nvPr>
            <p:ph idx="1" type="subTitle"/>
          </p:nvPr>
        </p:nvSpPr>
        <p:spPr>
          <a:xfrm>
            <a:off x="1382375" y="3607713"/>
            <a:ext cx="2580300" cy="5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" name="Google Shape;43;p3"/>
          <p:cNvGrpSpPr/>
          <p:nvPr/>
        </p:nvGrpSpPr>
        <p:grpSpPr>
          <a:xfrm>
            <a:off x="147190" y="137226"/>
            <a:ext cx="8843209" cy="4869073"/>
            <a:chOff x="147190" y="137226"/>
            <a:chExt cx="8843209" cy="4869073"/>
          </a:xfrm>
        </p:grpSpPr>
        <p:grpSp>
          <p:nvGrpSpPr>
            <p:cNvPr id="44" name="Google Shape;44;p3"/>
            <p:cNvGrpSpPr/>
            <p:nvPr/>
          </p:nvGrpSpPr>
          <p:grpSpPr>
            <a:xfrm>
              <a:off x="147190" y="137226"/>
              <a:ext cx="8843209" cy="4869073"/>
              <a:chOff x="147190" y="137314"/>
              <a:chExt cx="8843209" cy="4869073"/>
            </a:xfrm>
          </p:grpSpPr>
          <p:grpSp>
            <p:nvGrpSpPr>
              <p:cNvPr id="45" name="Google Shape;45;p3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46" name="Google Shape;46;p3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" name="Google Shape;47;p3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8" name="Google Shape;48;p3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49" name="Google Shape;49;p3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1" name="Google Shape;51;p3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52" name="Google Shape;52;p3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" name="Google Shape;54;p3"/>
              <p:cNvGrpSpPr/>
              <p:nvPr/>
            </p:nvGrpSpPr>
            <p:grpSpPr>
              <a:xfrm>
                <a:off x="3130504" y="137314"/>
                <a:ext cx="483619" cy="561918"/>
                <a:chOff x="170054" y="3050726"/>
                <a:chExt cx="483619" cy="561918"/>
              </a:xfrm>
            </p:grpSpPr>
            <p:sp>
              <p:nvSpPr>
                <p:cNvPr id="55" name="Google Shape;55;p3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7" name="Google Shape;57;p3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9" name="Google Shape;59;p3"/>
            <p:cNvSpPr/>
            <p:nvPr/>
          </p:nvSpPr>
          <p:spPr>
            <a:xfrm>
              <a:off x="713218" y="2835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3"/>
          <p:cNvGrpSpPr/>
          <p:nvPr/>
        </p:nvGrpSpPr>
        <p:grpSpPr>
          <a:xfrm>
            <a:off x="192220" y="4295091"/>
            <a:ext cx="626912" cy="626965"/>
            <a:chOff x="5734895" y="534991"/>
            <a:chExt cx="626912" cy="626965"/>
          </a:xfrm>
        </p:grpSpPr>
        <p:sp>
          <p:nvSpPr>
            <p:cNvPr id="61" name="Google Shape;61;p3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idx="1" type="body"/>
          </p:nvPr>
        </p:nvSpPr>
        <p:spPr>
          <a:xfrm>
            <a:off x="720000" y="1136951"/>
            <a:ext cx="77040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67" name="Google Shape;67;p4"/>
          <p:cNvGrpSpPr/>
          <p:nvPr/>
        </p:nvGrpSpPr>
        <p:grpSpPr>
          <a:xfrm>
            <a:off x="119068" y="85652"/>
            <a:ext cx="8974907" cy="4980997"/>
            <a:chOff x="119068" y="85652"/>
            <a:chExt cx="8974907" cy="4980997"/>
          </a:xfrm>
        </p:grpSpPr>
        <p:sp>
          <p:nvSpPr>
            <p:cNvPr id="68" name="Google Shape;68;p4"/>
            <p:cNvSpPr/>
            <p:nvPr/>
          </p:nvSpPr>
          <p:spPr>
            <a:xfrm>
              <a:off x="5504468" y="19954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" name="Google Shape;69;p4"/>
            <p:cNvGrpSpPr/>
            <p:nvPr/>
          </p:nvGrpSpPr>
          <p:grpSpPr>
            <a:xfrm>
              <a:off x="7757640" y="85652"/>
              <a:ext cx="354700" cy="354032"/>
              <a:chOff x="197672" y="1375961"/>
              <a:chExt cx="504839" cy="503889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4"/>
            <p:cNvGrpSpPr/>
            <p:nvPr/>
          </p:nvGrpSpPr>
          <p:grpSpPr>
            <a:xfrm flipH="1" rot="10800000">
              <a:off x="2176602" y="4784755"/>
              <a:ext cx="539087" cy="232903"/>
              <a:chOff x="5789359" y="3847582"/>
              <a:chExt cx="876421" cy="378643"/>
            </a:xfrm>
          </p:grpSpPr>
          <p:sp>
            <p:nvSpPr>
              <p:cNvPr id="73" name="Google Shape;73;p4"/>
              <p:cNvSpPr/>
              <p:nvPr/>
            </p:nvSpPr>
            <p:spPr>
              <a:xfrm>
                <a:off x="5789359" y="3852206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6287201" y="384758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Google Shape;75;p4"/>
            <p:cNvGrpSpPr/>
            <p:nvPr/>
          </p:nvGrpSpPr>
          <p:grpSpPr>
            <a:xfrm>
              <a:off x="8424011" y="4532301"/>
              <a:ext cx="543705" cy="372711"/>
              <a:chOff x="8600161" y="155726"/>
              <a:chExt cx="543705" cy="372711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229604" y="182339"/>
              <a:ext cx="483619" cy="561918"/>
              <a:chOff x="170054" y="3050726"/>
              <a:chExt cx="483619" cy="561918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" name="Google Shape;81;p4"/>
            <p:cNvSpPr/>
            <p:nvPr/>
          </p:nvSpPr>
          <p:spPr>
            <a:xfrm>
              <a:off x="8967718" y="18750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6221393" y="494039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" name="Google Shape;83;p4"/>
            <p:cNvGrpSpPr/>
            <p:nvPr/>
          </p:nvGrpSpPr>
          <p:grpSpPr>
            <a:xfrm>
              <a:off x="119068" y="3065992"/>
              <a:ext cx="278657" cy="278657"/>
              <a:chOff x="119068" y="3065992"/>
              <a:chExt cx="278657" cy="278657"/>
            </a:xfrm>
          </p:grpSpPr>
          <p:sp>
            <p:nvSpPr>
              <p:cNvPr id="84" name="Google Shape;84;p4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6" name="Google Shape;86;p4"/>
          <p:cNvGrpSpPr/>
          <p:nvPr/>
        </p:nvGrpSpPr>
        <p:grpSpPr>
          <a:xfrm>
            <a:off x="157957" y="833807"/>
            <a:ext cx="8788446" cy="4088249"/>
            <a:chOff x="157957" y="833807"/>
            <a:chExt cx="8788446" cy="4088249"/>
          </a:xfrm>
        </p:grpSpPr>
        <p:grpSp>
          <p:nvGrpSpPr>
            <p:cNvPr id="87" name="Google Shape;87;p4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" name="Google Shape;94;p4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" type="subTitle"/>
          </p:nvPr>
        </p:nvSpPr>
        <p:spPr>
          <a:xfrm>
            <a:off x="48548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1" name="Google Shape;101;p5"/>
          <p:cNvSpPr txBox="1"/>
          <p:nvPr>
            <p:ph idx="2" type="subTitle"/>
          </p:nvPr>
        </p:nvSpPr>
        <p:spPr>
          <a:xfrm>
            <a:off x="13582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" name="Google Shape;102;p5"/>
          <p:cNvSpPr txBox="1"/>
          <p:nvPr>
            <p:ph idx="3" type="subTitle"/>
          </p:nvPr>
        </p:nvSpPr>
        <p:spPr>
          <a:xfrm>
            <a:off x="4854805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3" name="Google Shape;103;p5"/>
          <p:cNvSpPr txBox="1"/>
          <p:nvPr>
            <p:ph idx="4" type="subTitle"/>
          </p:nvPr>
        </p:nvSpPr>
        <p:spPr>
          <a:xfrm>
            <a:off x="1358200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04" name="Google Shape;104;p5"/>
          <p:cNvGrpSpPr/>
          <p:nvPr/>
        </p:nvGrpSpPr>
        <p:grpSpPr>
          <a:xfrm>
            <a:off x="106676" y="4468907"/>
            <a:ext cx="501089" cy="503398"/>
            <a:chOff x="7686551" y="596782"/>
            <a:chExt cx="501089" cy="503398"/>
          </a:xfrm>
        </p:grpSpPr>
        <p:sp>
          <p:nvSpPr>
            <p:cNvPr id="105" name="Google Shape;105;p5"/>
            <p:cNvSpPr/>
            <p:nvPr/>
          </p:nvSpPr>
          <p:spPr>
            <a:xfrm>
              <a:off x="7819260" y="596782"/>
              <a:ext cx="368374" cy="368426"/>
            </a:xfrm>
            <a:custGeom>
              <a:rect b="b" l="l" r="r" t="t"/>
              <a:pathLst>
                <a:path extrusionOk="0" fill="none" h="7024" w="7023">
                  <a:moveTo>
                    <a:pt x="0" y="1"/>
                  </a:moveTo>
                  <a:lnTo>
                    <a:pt x="7023" y="1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686551" y="731799"/>
              <a:ext cx="368426" cy="368374"/>
            </a:xfrm>
            <a:custGeom>
              <a:rect b="b" l="l" r="r" t="t"/>
              <a:pathLst>
                <a:path extrusionOk="0" fill="none" h="7023" w="7024">
                  <a:moveTo>
                    <a:pt x="0" y="0"/>
                  </a:moveTo>
                  <a:lnTo>
                    <a:pt x="7023" y="0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054936" y="596782"/>
              <a:ext cx="132705" cy="135065"/>
            </a:xfrm>
            <a:custGeom>
              <a:rect b="b" l="l" r="r" t="t"/>
              <a:pathLst>
                <a:path extrusionOk="0" fill="none" h="2575" w="2530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8054936" y="965167"/>
              <a:ext cx="132705" cy="135013"/>
            </a:xfrm>
            <a:custGeom>
              <a:rect b="b" l="l" r="r" t="t"/>
              <a:pathLst>
                <a:path extrusionOk="0" fill="none" h="2574" w="2530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7686551" y="965167"/>
              <a:ext cx="132757" cy="135013"/>
            </a:xfrm>
            <a:custGeom>
              <a:rect b="b" l="l" r="r" t="t"/>
              <a:pathLst>
                <a:path extrusionOk="0" fill="none" h="2574" w="2531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686551" y="596782"/>
              <a:ext cx="132757" cy="135065"/>
            </a:xfrm>
            <a:custGeom>
              <a:rect b="b" l="l" r="r" t="t"/>
              <a:pathLst>
                <a:path extrusionOk="0" fill="none" h="2575" w="2531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1" name="Google Shape;111;p5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112" name="Google Shape;112;p5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Google Shape;113;p5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5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20" name="Google Shape;120;p5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" name="Google Shape;122;p5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5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25" name="Google Shape;125;p5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7" name="Google Shape;127;p5"/>
          <p:cNvGrpSpPr/>
          <p:nvPr/>
        </p:nvGrpSpPr>
        <p:grpSpPr>
          <a:xfrm>
            <a:off x="8423995" y="2090441"/>
            <a:ext cx="626912" cy="626965"/>
            <a:chOff x="5734895" y="534991"/>
            <a:chExt cx="626912" cy="626965"/>
          </a:xfrm>
        </p:grpSpPr>
        <p:sp>
          <p:nvSpPr>
            <p:cNvPr id="128" name="Google Shape;128;p5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33" name="Google Shape;133;p6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134" name="Google Shape;134;p6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" name="Google Shape;141;p6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142" name="Google Shape;142;p6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6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6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5" name="Google Shape;145;p6"/>
          <p:cNvGrpSpPr/>
          <p:nvPr/>
        </p:nvGrpSpPr>
        <p:grpSpPr>
          <a:xfrm>
            <a:off x="106668" y="110680"/>
            <a:ext cx="8913243" cy="4779419"/>
            <a:chOff x="106668" y="110680"/>
            <a:chExt cx="8913243" cy="4779419"/>
          </a:xfrm>
        </p:grpSpPr>
        <p:sp>
          <p:nvSpPr>
            <p:cNvPr id="146" name="Google Shape;146;p6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7" name="Google Shape;147;p6"/>
            <p:cNvGrpSpPr/>
            <p:nvPr/>
          </p:nvGrpSpPr>
          <p:grpSpPr>
            <a:xfrm>
              <a:off x="253003" y="110687"/>
              <a:ext cx="583300" cy="394174"/>
              <a:chOff x="197672" y="1193582"/>
              <a:chExt cx="830202" cy="561021"/>
            </a:xfrm>
          </p:grpSpPr>
          <p:sp>
            <p:nvSpPr>
              <p:cNvPr id="148" name="Google Shape;148;p6"/>
              <p:cNvSpPr/>
              <p:nvPr/>
            </p:nvSpPr>
            <p:spPr>
              <a:xfrm>
                <a:off x="775425" y="1193582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6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6"/>
            <p:cNvGrpSpPr/>
            <p:nvPr/>
          </p:nvGrpSpPr>
          <p:grpSpPr>
            <a:xfrm>
              <a:off x="8622852" y="4453319"/>
              <a:ext cx="310487" cy="310526"/>
              <a:chOff x="4404421" y="3865912"/>
              <a:chExt cx="504774" cy="504839"/>
            </a:xfrm>
          </p:grpSpPr>
          <p:sp>
            <p:nvSpPr>
              <p:cNvPr id="151" name="Google Shape;151;p6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6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" name="Google Shape;153;p6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54" name="Google Shape;154;p6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6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" name="Google Shape;156;p6"/>
            <p:cNvSpPr/>
            <p:nvPr/>
          </p:nvSpPr>
          <p:spPr>
            <a:xfrm>
              <a:off x="5813005" y="476384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6297993" y="1106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8" name="Google Shape;158;p6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59" name="Google Shape;159;p6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6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" name="Google Shape;161;p6"/>
            <p:cNvSpPr/>
            <p:nvPr/>
          </p:nvSpPr>
          <p:spPr>
            <a:xfrm>
              <a:off x="2529005" y="474474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2" name="Google Shape;162;p6"/>
          <p:cNvSpPr/>
          <p:nvPr/>
        </p:nvSpPr>
        <p:spPr>
          <a:xfrm>
            <a:off x="5939255" y="4879817"/>
            <a:ext cx="126257" cy="126257"/>
          </a:xfrm>
          <a:custGeom>
            <a:rect b="b" l="l" r="r" t="t"/>
            <a:pathLst>
              <a:path extrusionOk="0" h="1993" w="1993">
                <a:moveTo>
                  <a:pt x="394" y="0"/>
                </a:moveTo>
                <a:cubicBezTo>
                  <a:pt x="175" y="0"/>
                  <a:pt x="1" y="175"/>
                  <a:pt x="1" y="393"/>
                </a:cubicBezTo>
                <a:lnTo>
                  <a:pt x="1" y="1585"/>
                </a:lnTo>
                <a:cubicBezTo>
                  <a:pt x="1" y="1818"/>
                  <a:pt x="175" y="1992"/>
                  <a:pt x="394" y="1992"/>
                </a:cubicBezTo>
                <a:lnTo>
                  <a:pt x="1586" y="1992"/>
                </a:lnTo>
                <a:cubicBezTo>
                  <a:pt x="1804" y="1992"/>
                  <a:pt x="1993" y="1818"/>
                  <a:pt x="1993" y="1585"/>
                </a:cubicBezTo>
                <a:lnTo>
                  <a:pt x="1993" y="393"/>
                </a:lnTo>
                <a:cubicBezTo>
                  <a:pt x="1993" y="175"/>
                  <a:pt x="1804" y="0"/>
                  <a:pt x="15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5" name="Google Shape;165;p7"/>
          <p:cNvSpPr txBox="1"/>
          <p:nvPr>
            <p:ph idx="1" type="body"/>
          </p:nvPr>
        </p:nvSpPr>
        <p:spPr>
          <a:xfrm>
            <a:off x="1306650" y="1116500"/>
            <a:ext cx="6530700" cy="1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66" name="Google Shape;166;p7"/>
          <p:cNvGrpSpPr/>
          <p:nvPr/>
        </p:nvGrpSpPr>
        <p:grpSpPr>
          <a:xfrm>
            <a:off x="119068" y="85652"/>
            <a:ext cx="8974907" cy="4980997"/>
            <a:chOff x="119068" y="85652"/>
            <a:chExt cx="8974907" cy="4980997"/>
          </a:xfrm>
        </p:grpSpPr>
        <p:sp>
          <p:nvSpPr>
            <p:cNvPr id="167" name="Google Shape;167;p7"/>
            <p:cNvSpPr/>
            <p:nvPr/>
          </p:nvSpPr>
          <p:spPr>
            <a:xfrm>
              <a:off x="5504468" y="19954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8" name="Google Shape;168;p7"/>
            <p:cNvGrpSpPr/>
            <p:nvPr/>
          </p:nvGrpSpPr>
          <p:grpSpPr>
            <a:xfrm>
              <a:off x="7757640" y="85652"/>
              <a:ext cx="354700" cy="354032"/>
              <a:chOff x="197672" y="1375961"/>
              <a:chExt cx="504839" cy="503889"/>
            </a:xfrm>
          </p:grpSpPr>
          <p:sp>
            <p:nvSpPr>
              <p:cNvPr id="169" name="Google Shape;169;p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7"/>
            <p:cNvGrpSpPr/>
            <p:nvPr/>
          </p:nvGrpSpPr>
          <p:grpSpPr>
            <a:xfrm flipH="1" rot="10800000">
              <a:off x="2176602" y="4784755"/>
              <a:ext cx="539087" cy="232903"/>
              <a:chOff x="5789359" y="3847582"/>
              <a:chExt cx="876421" cy="378643"/>
            </a:xfrm>
          </p:grpSpPr>
          <p:sp>
            <p:nvSpPr>
              <p:cNvPr id="172" name="Google Shape;172;p7"/>
              <p:cNvSpPr/>
              <p:nvPr/>
            </p:nvSpPr>
            <p:spPr>
              <a:xfrm>
                <a:off x="5789359" y="3852206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6287201" y="384758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7"/>
            <p:cNvGrpSpPr/>
            <p:nvPr/>
          </p:nvGrpSpPr>
          <p:grpSpPr>
            <a:xfrm>
              <a:off x="8424011" y="4532301"/>
              <a:ext cx="543705" cy="372711"/>
              <a:chOff x="8600161" y="155726"/>
              <a:chExt cx="543705" cy="372711"/>
            </a:xfrm>
          </p:grpSpPr>
          <p:sp>
            <p:nvSpPr>
              <p:cNvPr id="175" name="Google Shape;175;p7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" name="Google Shape;177;p7"/>
            <p:cNvGrpSpPr/>
            <p:nvPr/>
          </p:nvGrpSpPr>
          <p:grpSpPr>
            <a:xfrm>
              <a:off x="229604" y="182339"/>
              <a:ext cx="483619" cy="561918"/>
              <a:chOff x="170054" y="3050726"/>
              <a:chExt cx="483619" cy="561918"/>
            </a:xfrm>
          </p:grpSpPr>
          <p:sp>
            <p:nvSpPr>
              <p:cNvPr id="178" name="Google Shape;178;p7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" name="Google Shape;180;p7"/>
            <p:cNvSpPr/>
            <p:nvPr/>
          </p:nvSpPr>
          <p:spPr>
            <a:xfrm>
              <a:off x="8967718" y="18750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6221393" y="494039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p7"/>
            <p:cNvGrpSpPr/>
            <p:nvPr/>
          </p:nvGrpSpPr>
          <p:grpSpPr>
            <a:xfrm>
              <a:off x="119068" y="3065992"/>
              <a:ext cx="278657" cy="278657"/>
              <a:chOff x="119068" y="3065992"/>
              <a:chExt cx="278657" cy="278657"/>
            </a:xfrm>
          </p:grpSpPr>
          <p:sp>
            <p:nvSpPr>
              <p:cNvPr id="183" name="Google Shape;183;p7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7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5" name="Google Shape;185;p7"/>
          <p:cNvGrpSpPr/>
          <p:nvPr/>
        </p:nvGrpSpPr>
        <p:grpSpPr>
          <a:xfrm>
            <a:off x="157957" y="833807"/>
            <a:ext cx="8788446" cy="4088249"/>
            <a:chOff x="157957" y="833807"/>
            <a:chExt cx="8788446" cy="4088249"/>
          </a:xfrm>
        </p:grpSpPr>
        <p:grpSp>
          <p:nvGrpSpPr>
            <p:cNvPr id="186" name="Google Shape;186;p7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187" name="Google Shape;187;p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" name="Google Shape;193;p7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194" name="Google Shape;194;p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>
            <p:ph type="title"/>
          </p:nvPr>
        </p:nvSpPr>
        <p:spPr>
          <a:xfrm>
            <a:off x="4038500" y="1542925"/>
            <a:ext cx="4392300" cy="22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99" name="Google Shape;199;p8"/>
          <p:cNvGrpSpPr/>
          <p:nvPr/>
        </p:nvGrpSpPr>
        <p:grpSpPr>
          <a:xfrm>
            <a:off x="157957" y="4295091"/>
            <a:ext cx="626912" cy="626965"/>
            <a:chOff x="5734895" y="534991"/>
            <a:chExt cx="626912" cy="626965"/>
          </a:xfrm>
        </p:grpSpPr>
        <p:sp>
          <p:nvSpPr>
            <p:cNvPr id="200" name="Google Shape;200;p8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3" name="Google Shape;203;p8"/>
          <p:cNvGrpSpPr/>
          <p:nvPr/>
        </p:nvGrpSpPr>
        <p:grpSpPr>
          <a:xfrm>
            <a:off x="8284032" y="479641"/>
            <a:ext cx="626912" cy="626965"/>
            <a:chOff x="5734895" y="534991"/>
            <a:chExt cx="626912" cy="626965"/>
          </a:xfrm>
        </p:grpSpPr>
        <p:sp>
          <p:nvSpPr>
            <p:cNvPr id="204" name="Google Shape;204;p8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" name="Google Shape;207;p8"/>
          <p:cNvGrpSpPr/>
          <p:nvPr/>
        </p:nvGrpSpPr>
        <p:grpSpPr>
          <a:xfrm>
            <a:off x="119068" y="81194"/>
            <a:ext cx="8848649" cy="4996144"/>
            <a:chOff x="119068" y="81194"/>
            <a:chExt cx="8848649" cy="4996144"/>
          </a:xfrm>
        </p:grpSpPr>
        <p:grpSp>
          <p:nvGrpSpPr>
            <p:cNvPr id="208" name="Google Shape;208;p8"/>
            <p:cNvGrpSpPr/>
            <p:nvPr/>
          </p:nvGrpSpPr>
          <p:grpSpPr>
            <a:xfrm>
              <a:off x="119068" y="81194"/>
              <a:ext cx="8848649" cy="4996144"/>
              <a:chOff x="119068" y="81194"/>
              <a:chExt cx="8848649" cy="4996144"/>
            </a:xfrm>
          </p:grpSpPr>
          <p:sp>
            <p:nvSpPr>
              <p:cNvPr id="209" name="Google Shape;209;p8"/>
              <p:cNvSpPr/>
              <p:nvPr/>
            </p:nvSpPr>
            <p:spPr>
              <a:xfrm>
                <a:off x="3228143" y="81194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89"/>
                      <a:pt x="1" y="407"/>
                    </a:cubicBezTo>
                    <a:lnTo>
                      <a:pt x="1" y="1600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600"/>
                    </a:cubicBezTo>
                    <a:lnTo>
                      <a:pt x="1993" y="407"/>
                    </a:lnTo>
                    <a:cubicBezTo>
                      <a:pt x="1993" y="189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10" name="Google Shape;210;p8"/>
              <p:cNvGrpSpPr/>
              <p:nvPr/>
            </p:nvGrpSpPr>
            <p:grpSpPr>
              <a:xfrm>
                <a:off x="6843240" y="238052"/>
                <a:ext cx="354700" cy="354032"/>
                <a:chOff x="-1103780" y="1592869"/>
                <a:chExt cx="504839" cy="503889"/>
              </a:xfrm>
            </p:grpSpPr>
            <p:sp>
              <p:nvSpPr>
                <p:cNvPr id="211" name="Google Shape;211;p8"/>
                <p:cNvSpPr/>
                <p:nvPr/>
              </p:nvSpPr>
              <p:spPr>
                <a:xfrm>
                  <a:off x="-851390" y="1844308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8"/>
                <p:cNvSpPr/>
                <p:nvPr/>
              </p:nvSpPr>
              <p:spPr>
                <a:xfrm>
                  <a:off x="-1103780" y="1592869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3" name="Google Shape;213;p8"/>
              <p:cNvGrpSpPr/>
              <p:nvPr/>
            </p:nvGrpSpPr>
            <p:grpSpPr>
              <a:xfrm flipH="1" rot="10800000">
                <a:off x="2482824" y="4784755"/>
                <a:ext cx="336970" cy="292584"/>
                <a:chOff x="6287201" y="3750556"/>
                <a:chExt cx="547830" cy="475669"/>
              </a:xfrm>
            </p:grpSpPr>
            <p:sp>
              <p:nvSpPr>
                <p:cNvPr id="214" name="Google Shape;214;p8"/>
                <p:cNvSpPr/>
                <p:nvPr/>
              </p:nvSpPr>
              <p:spPr>
                <a:xfrm>
                  <a:off x="6582645" y="3750556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" name="Google Shape;215;p8"/>
                <p:cNvSpPr/>
                <p:nvPr/>
              </p:nvSpPr>
              <p:spPr>
                <a:xfrm>
                  <a:off x="6287201" y="384758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6" name="Google Shape;216;p8"/>
              <p:cNvGrpSpPr/>
              <p:nvPr/>
            </p:nvGrpSpPr>
            <p:grpSpPr>
              <a:xfrm>
                <a:off x="8424011" y="4532301"/>
                <a:ext cx="543705" cy="372711"/>
                <a:chOff x="8600161" y="155726"/>
                <a:chExt cx="543705" cy="372711"/>
              </a:xfrm>
            </p:grpSpPr>
            <p:sp>
              <p:nvSpPr>
                <p:cNvPr id="217" name="Google Shape;217;p8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" name="Google Shape;218;p8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9" name="Google Shape;219;p8"/>
              <p:cNvGrpSpPr/>
              <p:nvPr/>
            </p:nvGrpSpPr>
            <p:grpSpPr>
              <a:xfrm>
                <a:off x="229604" y="182339"/>
                <a:ext cx="483619" cy="561918"/>
                <a:chOff x="170054" y="3050726"/>
                <a:chExt cx="483619" cy="561918"/>
              </a:xfrm>
            </p:grpSpPr>
            <p:sp>
              <p:nvSpPr>
                <p:cNvPr id="220" name="Google Shape;220;p8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" name="Google Shape;221;p8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22" name="Google Shape;222;p8"/>
              <p:cNvSpPr/>
              <p:nvPr/>
            </p:nvSpPr>
            <p:spPr>
              <a:xfrm>
                <a:off x="8434318" y="233225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8"/>
              <p:cNvSpPr/>
              <p:nvPr/>
            </p:nvSpPr>
            <p:spPr>
              <a:xfrm>
                <a:off x="62213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24" name="Google Shape;224;p8"/>
              <p:cNvGrpSpPr/>
              <p:nvPr/>
            </p:nvGrpSpPr>
            <p:grpSpPr>
              <a:xfrm>
                <a:off x="119068" y="3065992"/>
                <a:ext cx="278657" cy="278657"/>
                <a:chOff x="119068" y="3065992"/>
                <a:chExt cx="278657" cy="278657"/>
              </a:xfrm>
            </p:grpSpPr>
            <p:sp>
              <p:nvSpPr>
                <p:cNvPr id="225" name="Google Shape;225;p8"/>
                <p:cNvSpPr/>
                <p:nvPr/>
              </p:nvSpPr>
              <p:spPr>
                <a:xfrm>
                  <a:off x="119068" y="3065992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4" y="0"/>
                      </a:moveTo>
                      <a:cubicBezTo>
                        <a:pt x="175" y="0"/>
                        <a:pt x="1" y="175"/>
                        <a:pt x="1" y="393"/>
                      </a:cubicBezTo>
                      <a:lnTo>
                        <a:pt x="1" y="1585"/>
                      </a:lnTo>
                      <a:cubicBezTo>
                        <a:pt x="1" y="1818"/>
                        <a:pt x="175" y="1992"/>
                        <a:pt x="394" y="1992"/>
                      </a:cubicBezTo>
                      <a:lnTo>
                        <a:pt x="1586" y="1992"/>
                      </a:lnTo>
                      <a:cubicBezTo>
                        <a:pt x="1804" y="1992"/>
                        <a:pt x="1993" y="1818"/>
                        <a:pt x="1993" y="1585"/>
                      </a:cubicBezTo>
                      <a:lnTo>
                        <a:pt x="1993" y="393"/>
                      </a:lnTo>
                      <a:cubicBezTo>
                        <a:pt x="1993" y="175"/>
                        <a:pt x="1804" y="0"/>
                        <a:pt x="15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" name="Google Shape;226;p8"/>
                <p:cNvSpPr/>
                <p:nvPr/>
              </p:nvSpPr>
              <p:spPr>
                <a:xfrm>
                  <a:off x="271468" y="3218392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4" y="0"/>
                      </a:moveTo>
                      <a:cubicBezTo>
                        <a:pt x="175" y="0"/>
                        <a:pt x="1" y="175"/>
                        <a:pt x="1" y="393"/>
                      </a:cubicBezTo>
                      <a:lnTo>
                        <a:pt x="1" y="1585"/>
                      </a:lnTo>
                      <a:cubicBezTo>
                        <a:pt x="1" y="1818"/>
                        <a:pt x="175" y="1992"/>
                        <a:pt x="394" y="1992"/>
                      </a:cubicBezTo>
                      <a:lnTo>
                        <a:pt x="1586" y="1992"/>
                      </a:lnTo>
                      <a:cubicBezTo>
                        <a:pt x="1804" y="1992"/>
                        <a:pt x="1993" y="1818"/>
                        <a:pt x="1993" y="1585"/>
                      </a:cubicBezTo>
                      <a:lnTo>
                        <a:pt x="1993" y="393"/>
                      </a:lnTo>
                      <a:cubicBezTo>
                        <a:pt x="1993" y="175"/>
                        <a:pt x="1804" y="0"/>
                        <a:pt x="15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27" name="Google Shape;227;p8"/>
            <p:cNvSpPr/>
            <p:nvPr/>
          </p:nvSpPr>
          <p:spPr>
            <a:xfrm>
              <a:off x="3538118" y="15446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 txBox="1"/>
          <p:nvPr>
            <p:ph type="title"/>
          </p:nvPr>
        </p:nvSpPr>
        <p:spPr>
          <a:xfrm>
            <a:off x="855075" y="669600"/>
            <a:ext cx="3244200" cy="22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230" name="Google Shape;230;p9"/>
          <p:cNvSpPr txBox="1"/>
          <p:nvPr>
            <p:ph idx="1" type="subTitle"/>
          </p:nvPr>
        </p:nvSpPr>
        <p:spPr>
          <a:xfrm>
            <a:off x="855075" y="2904875"/>
            <a:ext cx="3244200" cy="1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31" name="Google Shape;231;p9"/>
          <p:cNvSpPr/>
          <p:nvPr>
            <p:ph idx="2" type="pic"/>
          </p:nvPr>
        </p:nvSpPr>
        <p:spPr>
          <a:xfrm>
            <a:off x="4677775" y="722850"/>
            <a:ext cx="3753000" cy="36978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32" name="Google Shape;232;p9"/>
          <p:cNvGrpSpPr/>
          <p:nvPr/>
        </p:nvGrpSpPr>
        <p:grpSpPr>
          <a:xfrm flipH="1" rot="10800000">
            <a:off x="157957" y="230245"/>
            <a:ext cx="8788446" cy="4088249"/>
            <a:chOff x="157957" y="833807"/>
            <a:chExt cx="8788446" cy="4088249"/>
          </a:xfrm>
        </p:grpSpPr>
        <p:grpSp>
          <p:nvGrpSpPr>
            <p:cNvPr id="233" name="Google Shape;233;p9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234" name="Google Shape;234;p9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9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9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9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9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9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" name="Google Shape;240;p9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241" name="Google Shape;241;p9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4" name="Google Shape;244;p9"/>
          <p:cNvGrpSpPr/>
          <p:nvPr/>
        </p:nvGrpSpPr>
        <p:grpSpPr>
          <a:xfrm>
            <a:off x="119068" y="85652"/>
            <a:ext cx="8974907" cy="4959230"/>
            <a:chOff x="119068" y="85652"/>
            <a:chExt cx="8974907" cy="4959230"/>
          </a:xfrm>
        </p:grpSpPr>
        <p:sp>
          <p:nvSpPr>
            <p:cNvPr id="245" name="Google Shape;245;p9"/>
            <p:cNvSpPr/>
            <p:nvPr/>
          </p:nvSpPr>
          <p:spPr>
            <a:xfrm flipH="1" rot="10800000">
              <a:off x="1801593" y="16185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6" name="Google Shape;246;p9"/>
            <p:cNvGrpSpPr/>
            <p:nvPr/>
          </p:nvGrpSpPr>
          <p:grpSpPr>
            <a:xfrm>
              <a:off x="4677777" y="4734355"/>
              <a:ext cx="310487" cy="310526"/>
              <a:chOff x="4404421" y="3865912"/>
              <a:chExt cx="504774" cy="504839"/>
            </a:xfrm>
          </p:grpSpPr>
          <p:sp>
            <p:nvSpPr>
              <p:cNvPr id="247" name="Google Shape;247;p9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9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9"/>
            <p:cNvGrpSpPr/>
            <p:nvPr/>
          </p:nvGrpSpPr>
          <p:grpSpPr>
            <a:xfrm flipH="1" rot="10800000">
              <a:off x="8424011" y="247289"/>
              <a:ext cx="543705" cy="372711"/>
              <a:chOff x="8600161" y="155726"/>
              <a:chExt cx="543705" cy="372711"/>
            </a:xfrm>
          </p:grpSpPr>
          <p:sp>
            <p:nvSpPr>
              <p:cNvPr id="250" name="Google Shape;250;p9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9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2" name="Google Shape;252;p9"/>
            <p:cNvGrpSpPr/>
            <p:nvPr/>
          </p:nvGrpSpPr>
          <p:grpSpPr>
            <a:xfrm flipH="1" rot="10800000">
              <a:off x="229604" y="4408044"/>
              <a:ext cx="483619" cy="561918"/>
              <a:chOff x="170054" y="3050726"/>
              <a:chExt cx="483619" cy="561918"/>
            </a:xfrm>
          </p:grpSpPr>
          <p:sp>
            <p:nvSpPr>
              <p:cNvPr id="253" name="Google Shape;253;p9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9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5" name="Google Shape;255;p9"/>
            <p:cNvSpPr/>
            <p:nvPr/>
          </p:nvSpPr>
          <p:spPr>
            <a:xfrm flipH="1" rot="10800000">
              <a:off x="8967718" y="315098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6" name="Google Shape;256;p9"/>
            <p:cNvGrpSpPr/>
            <p:nvPr/>
          </p:nvGrpSpPr>
          <p:grpSpPr>
            <a:xfrm flipH="1" rot="10800000">
              <a:off x="5195018" y="85652"/>
              <a:ext cx="278657" cy="278657"/>
              <a:chOff x="3630593" y="4787992"/>
              <a:chExt cx="278657" cy="278657"/>
            </a:xfrm>
          </p:grpSpPr>
          <p:sp>
            <p:nvSpPr>
              <p:cNvPr id="257" name="Google Shape;257;p9"/>
              <p:cNvSpPr/>
              <p:nvPr/>
            </p:nvSpPr>
            <p:spPr>
              <a:xfrm>
                <a:off x="3630593" y="4787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9"/>
              <p:cNvSpPr/>
              <p:nvPr/>
            </p:nvSpPr>
            <p:spPr>
              <a:xfrm>
                <a:off x="37829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9"/>
            <p:cNvGrpSpPr/>
            <p:nvPr/>
          </p:nvGrpSpPr>
          <p:grpSpPr>
            <a:xfrm flipH="1" rot="10800000">
              <a:off x="119068" y="1807652"/>
              <a:ext cx="278657" cy="278657"/>
              <a:chOff x="119068" y="3065992"/>
              <a:chExt cx="278657" cy="278657"/>
            </a:xfrm>
          </p:grpSpPr>
          <p:sp>
            <p:nvSpPr>
              <p:cNvPr id="260" name="Google Shape;260;p9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9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2" name="Google Shape;262;p9"/>
            <p:cNvGrpSpPr/>
            <p:nvPr/>
          </p:nvGrpSpPr>
          <p:grpSpPr>
            <a:xfrm rot="10800000">
              <a:off x="7558543" y="4700152"/>
              <a:ext cx="278657" cy="278657"/>
              <a:chOff x="3630593" y="4787992"/>
              <a:chExt cx="278657" cy="278657"/>
            </a:xfrm>
          </p:grpSpPr>
          <p:sp>
            <p:nvSpPr>
              <p:cNvPr id="263" name="Google Shape;263;p9"/>
              <p:cNvSpPr/>
              <p:nvPr/>
            </p:nvSpPr>
            <p:spPr>
              <a:xfrm>
                <a:off x="3630593" y="4787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9"/>
              <p:cNvSpPr/>
              <p:nvPr/>
            </p:nvSpPr>
            <p:spPr>
              <a:xfrm>
                <a:off x="37829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10"/>
          <p:cNvSpPr txBox="1"/>
          <p:nvPr>
            <p:ph type="title"/>
          </p:nvPr>
        </p:nvSpPr>
        <p:spPr>
          <a:xfrm>
            <a:off x="837050" y="3359100"/>
            <a:ext cx="3750600" cy="1170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"/>
          <p:cNvSpPr txBox="1"/>
          <p:nvPr>
            <p:ph hasCustomPrompt="1" type="title"/>
          </p:nvPr>
        </p:nvSpPr>
        <p:spPr>
          <a:xfrm>
            <a:off x="1284000" y="1693350"/>
            <a:ext cx="6576000" cy="11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70" name="Google Shape;270;p11"/>
          <p:cNvSpPr txBox="1"/>
          <p:nvPr>
            <p:ph idx="1" type="subTitle"/>
          </p:nvPr>
        </p:nvSpPr>
        <p:spPr>
          <a:xfrm>
            <a:off x="1284000" y="31015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71" name="Google Shape;271;p11"/>
          <p:cNvGrpSpPr/>
          <p:nvPr/>
        </p:nvGrpSpPr>
        <p:grpSpPr>
          <a:xfrm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272" name="Google Shape;272;p11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11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274" name="Google Shape;274;p11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11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277" name="Google Shape;277;p11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1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11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280" name="Google Shape;280;p11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1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2" name="Google Shape;282;p11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283" name="Google Shape;283;p11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5" name="Google Shape;285;p11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7" name="Google Shape;287;p11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288" name="Google Shape;288;p11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1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0" name="Google Shape;290;p11"/>
          <p:cNvGrpSpPr/>
          <p:nvPr/>
        </p:nvGrpSpPr>
        <p:grpSpPr>
          <a:xfrm>
            <a:off x="267595" y="184707"/>
            <a:ext cx="8721721" cy="4631349"/>
            <a:chOff x="343795" y="184707"/>
            <a:chExt cx="8721721" cy="4631349"/>
          </a:xfrm>
        </p:grpSpPr>
        <p:grpSp>
          <p:nvGrpSpPr>
            <p:cNvPr id="291" name="Google Shape;291;p11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292" name="Google Shape;292;p1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11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" name="Google Shape;302;p11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303" name="Google Shape;303;p1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1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12" name="Google Shape;312;p13"/>
          <p:cNvSpPr txBox="1"/>
          <p:nvPr>
            <p:ph idx="1" type="subTitle"/>
          </p:nvPr>
        </p:nvSpPr>
        <p:spPr>
          <a:xfrm>
            <a:off x="837825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13"/>
          <p:cNvSpPr txBox="1"/>
          <p:nvPr>
            <p:ph idx="2" type="subTitle"/>
          </p:nvPr>
        </p:nvSpPr>
        <p:spPr>
          <a:xfrm>
            <a:off x="4558249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13"/>
          <p:cNvSpPr txBox="1"/>
          <p:nvPr>
            <p:ph idx="3" type="subTitle"/>
          </p:nvPr>
        </p:nvSpPr>
        <p:spPr>
          <a:xfrm>
            <a:off x="837825" y="386470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13"/>
          <p:cNvSpPr txBox="1"/>
          <p:nvPr>
            <p:ph idx="4" type="subTitle"/>
          </p:nvPr>
        </p:nvSpPr>
        <p:spPr>
          <a:xfrm>
            <a:off x="4558249" y="386470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13"/>
          <p:cNvSpPr txBox="1"/>
          <p:nvPr>
            <p:ph hasCustomPrompt="1" idx="5" type="title"/>
          </p:nvPr>
        </p:nvSpPr>
        <p:spPr>
          <a:xfrm>
            <a:off x="837826" y="126857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7" name="Google Shape;317;p13"/>
          <p:cNvSpPr txBox="1"/>
          <p:nvPr>
            <p:ph hasCustomPrompt="1" idx="6" type="title"/>
          </p:nvPr>
        </p:nvSpPr>
        <p:spPr>
          <a:xfrm>
            <a:off x="837826" y="296477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8" name="Google Shape;318;p13"/>
          <p:cNvSpPr txBox="1"/>
          <p:nvPr>
            <p:ph hasCustomPrompt="1" idx="7" type="title"/>
          </p:nvPr>
        </p:nvSpPr>
        <p:spPr>
          <a:xfrm>
            <a:off x="4558251" y="126857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19" name="Google Shape;319;p13"/>
          <p:cNvSpPr txBox="1"/>
          <p:nvPr>
            <p:ph hasCustomPrompt="1" idx="8" type="title"/>
          </p:nvPr>
        </p:nvSpPr>
        <p:spPr>
          <a:xfrm>
            <a:off x="4558251" y="296477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" name="Google Shape;320;p13"/>
          <p:cNvSpPr txBox="1"/>
          <p:nvPr>
            <p:ph idx="9" type="subTitle"/>
          </p:nvPr>
        </p:nvSpPr>
        <p:spPr>
          <a:xfrm>
            <a:off x="837825" y="182567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1" name="Google Shape;321;p13"/>
          <p:cNvSpPr txBox="1"/>
          <p:nvPr>
            <p:ph idx="13" type="subTitle"/>
          </p:nvPr>
        </p:nvSpPr>
        <p:spPr>
          <a:xfrm>
            <a:off x="4558250" y="1825675"/>
            <a:ext cx="31314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2" name="Google Shape;322;p13"/>
          <p:cNvSpPr txBox="1"/>
          <p:nvPr>
            <p:ph idx="14" type="subTitle"/>
          </p:nvPr>
        </p:nvSpPr>
        <p:spPr>
          <a:xfrm>
            <a:off x="837825" y="352182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23" name="Google Shape;323;p13"/>
          <p:cNvSpPr txBox="1"/>
          <p:nvPr>
            <p:ph idx="15" type="subTitle"/>
          </p:nvPr>
        </p:nvSpPr>
        <p:spPr>
          <a:xfrm>
            <a:off x="4558251" y="352182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324" name="Google Shape;324;p13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325" name="Google Shape;325;p13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326" name="Google Shape;326;p13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3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3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13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2" name="Google Shape;332;p13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333" name="Google Shape;333;p13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3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3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6" name="Google Shape;336;p13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337" name="Google Shape;337;p13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8" name="Google Shape;338;p13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339" name="Google Shape;339;p13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1" name="Google Shape;341;p13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342" name="Google Shape;342;p13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3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345" name="Google Shape;345;p13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9" name="Google Shape;349;p13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350" name="Google Shape;350;p13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3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 txBox="1"/>
          <p:nvPr>
            <p:ph type="title"/>
          </p:nvPr>
        </p:nvSpPr>
        <p:spPr>
          <a:xfrm>
            <a:off x="1226400" y="3100288"/>
            <a:ext cx="6691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4" name="Google Shape;354;p14"/>
          <p:cNvSpPr txBox="1"/>
          <p:nvPr>
            <p:ph idx="1" type="subTitle"/>
          </p:nvPr>
        </p:nvSpPr>
        <p:spPr>
          <a:xfrm>
            <a:off x="1226400" y="1511300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55" name="Google Shape;355;p14"/>
          <p:cNvGrpSpPr/>
          <p:nvPr/>
        </p:nvGrpSpPr>
        <p:grpSpPr>
          <a:xfrm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356" name="Google Shape;356;p14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14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358" name="Google Shape;358;p14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" name="Google Shape;360;p14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361" name="Google Shape;361;p14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4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3" name="Google Shape;363;p14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364" name="Google Shape;364;p14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4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6" name="Google Shape;366;p14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367" name="Google Shape;367;p14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14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9" name="Google Shape;369;p14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1" name="Google Shape;371;p14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372" name="Google Shape;372;p14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74" name="Google Shape;374;p14"/>
          <p:cNvGrpSpPr/>
          <p:nvPr/>
        </p:nvGrpSpPr>
        <p:grpSpPr>
          <a:xfrm>
            <a:off x="343795" y="184707"/>
            <a:ext cx="8721721" cy="4631349"/>
            <a:chOff x="343795" y="184707"/>
            <a:chExt cx="8721721" cy="4631349"/>
          </a:xfrm>
        </p:grpSpPr>
        <p:grpSp>
          <p:nvGrpSpPr>
            <p:cNvPr id="375" name="Google Shape;375;p14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376" name="Google Shape;376;p1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2" name="Google Shape;382;p14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383" name="Google Shape;383;p1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1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1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6" name="Google Shape;386;p14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387" name="Google Shape;387;p1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1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1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2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395" name="Google Shape;395;p15"/>
          <p:cNvGrpSpPr/>
          <p:nvPr/>
        </p:nvGrpSpPr>
        <p:grpSpPr>
          <a:xfrm>
            <a:off x="106676" y="2414166"/>
            <a:ext cx="8955356" cy="2558138"/>
            <a:chOff x="106676" y="2414166"/>
            <a:chExt cx="8955356" cy="2558138"/>
          </a:xfrm>
        </p:grpSpPr>
        <p:grpSp>
          <p:nvGrpSpPr>
            <p:cNvPr id="396" name="Google Shape;396;p15"/>
            <p:cNvGrpSpPr/>
            <p:nvPr/>
          </p:nvGrpSpPr>
          <p:grpSpPr>
            <a:xfrm flipH="1" rot="10800000">
              <a:off x="106676" y="2414166"/>
              <a:ext cx="501089" cy="503398"/>
              <a:chOff x="7686551" y="596782"/>
              <a:chExt cx="501089" cy="503398"/>
            </a:xfrm>
          </p:grpSpPr>
          <p:sp>
            <p:nvSpPr>
              <p:cNvPr id="397" name="Google Shape;397;p1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1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1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1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3" name="Google Shape;403;p15"/>
            <p:cNvGrpSpPr/>
            <p:nvPr/>
          </p:nvGrpSpPr>
          <p:grpSpPr>
            <a:xfrm flipH="1" rot="10800000">
              <a:off x="8435120" y="4345340"/>
              <a:ext cx="626912" cy="626965"/>
              <a:chOff x="5734895" y="534991"/>
              <a:chExt cx="626912" cy="626965"/>
            </a:xfrm>
          </p:grpSpPr>
          <p:sp>
            <p:nvSpPr>
              <p:cNvPr id="404" name="Google Shape;404;p1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07" name="Google Shape;407;p15"/>
          <p:cNvGrpSpPr/>
          <p:nvPr/>
        </p:nvGrpSpPr>
        <p:grpSpPr>
          <a:xfrm>
            <a:off x="253003" y="103769"/>
            <a:ext cx="8766908" cy="4954664"/>
            <a:chOff x="253003" y="103769"/>
            <a:chExt cx="8766908" cy="4954664"/>
          </a:xfrm>
        </p:grpSpPr>
        <p:sp>
          <p:nvSpPr>
            <p:cNvPr id="408" name="Google Shape;408;p15"/>
            <p:cNvSpPr/>
            <p:nvPr/>
          </p:nvSpPr>
          <p:spPr>
            <a:xfrm>
              <a:off x="2681568" y="1712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9" name="Google Shape;409;p15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410" name="Google Shape;410;p1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2" name="Google Shape;412;p15"/>
            <p:cNvGrpSpPr/>
            <p:nvPr/>
          </p:nvGrpSpPr>
          <p:grpSpPr>
            <a:xfrm>
              <a:off x="3316477" y="4747907"/>
              <a:ext cx="310487" cy="310526"/>
              <a:chOff x="4404421" y="3865912"/>
              <a:chExt cx="504774" cy="504839"/>
            </a:xfrm>
          </p:grpSpPr>
          <p:sp>
            <p:nvSpPr>
              <p:cNvPr id="413" name="Google Shape;413;p15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15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5" name="Google Shape;415;p15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416" name="Google Shape;416;p15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5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8" name="Google Shape;418;p15"/>
            <p:cNvSpPr/>
            <p:nvPr/>
          </p:nvSpPr>
          <p:spPr>
            <a:xfrm>
              <a:off x="8536305" y="26002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0" name="Google Shape;420;p15"/>
            <p:cNvGrpSpPr/>
            <p:nvPr/>
          </p:nvGrpSpPr>
          <p:grpSpPr>
            <a:xfrm>
              <a:off x="291018" y="4469255"/>
              <a:ext cx="278657" cy="278657"/>
              <a:chOff x="7395818" y="259505"/>
              <a:chExt cx="278657" cy="278657"/>
            </a:xfrm>
          </p:grpSpPr>
          <p:sp>
            <p:nvSpPr>
              <p:cNvPr id="421" name="Google Shape;421;p15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15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23" name="Google Shape;423;p15"/>
            <p:cNvSpPr/>
            <p:nvPr/>
          </p:nvSpPr>
          <p:spPr>
            <a:xfrm>
              <a:off x="2929168" y="10376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ONE_COLUMN_TEXT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6" name="Google Shape;426;p16"/>
          <p:cNvSpPr txBox="1"/>
          <p:nvPr>
            <p:ph idx="1" type="subTitle"/>
          </p:nvPr>
        </p:nvSpPr>
        <p:spPr>
          <a:xfrm>
            <a:off x="4954725" y="1667625"/>
            <a:ext cx="3144300" cy="21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6"/>
          <p:cNvSpPr txBox="1"/>
          <p:nvPr>
            <p:ph idx="2" type="subTitle"/>
          </p:nvPr>
        </p:nvSpPr>
        <p:spPr>
          <a:xfrm>
            <a:off x="1044975" y="1667625"/>
            <a:ext cx="3144300" cy="21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8" name="Google Shape;428;p16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429" name="Google Shape;429;p16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30" name="Google Shape;430;p16"/>
            <p:cNvGrpSpPr/>
            <p:nvPr/>
          </p:nvGrpSpPr>
          <p:grpSpPr>
            <a:xfrm>
              <a:off x="192215" y="1201364"/>
              <a:ext cx="354700" cy="354032"/>
              <a:chOff x="197672" y="1375961"/>
              <a:chExt cx="504839" cy="503889"/>
            </a:xfrm>
          </p:grpSpPr>
          <p:sp>
            <p:nvSpPr>
              <p:cNvPr id="431" name="Google Shape;431;p16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3" name="Google Shape;433;p16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434" name="Google Shape;434;p16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6" name="Google Shape;436;p16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437" name="Google Shape;437;p16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9" name="Google Shape;439;p16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440" name="Google Shape;440;p16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6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42" name="Google Shape;442;p16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4" name="Google Shape;444;p16"/>
          <p:cNvGrpSpPr/>
          <p:nvPr/>
        </p:nvGrpSpPr>
        <p:grpSpPr>
          <a:xfrm>
            <a:off x="342174" y="137316"/>
            <a:ext cx="8294071" cy="4722963"/>
            <a:chOff x="342174" y="137316"/>
            <a:chExt cx="8294071" cy="4722963"/>
          </a:xfrm>
        </p:grpSpPr>
        <p:grpSp>
          <p:nvGrpSpPr>
            <p:cNvPr id="445" name="Google Shape;445;p16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446" name="Google Shape;446;p16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6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16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52" name="Google Shape;452;p16"/>
            <p:cNvGrpSpPr/>
            <p:nvPr/>
          </p:nvGrpSpPr>
          <p:grpSpPr>
            <a:xfrm flipH="1">
              <a:off x="8009332" y="137316"/>
              <a:ext cx="626912" cy="626965"/>
              <a:chOff x="5734895" y="534991"/>
              <a:chExt cx="626912" cy="626965"/>
            </a:xfrm>
          </p:grpSpPr>
          <p:sp>
            <p:nvSpPr>
              <p:cNvPr id="453" name="Google Shape;453;p16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 txBox="1"/>
          <p:nvPr>
            <p:ph type="title"/>
          </p:nvPr>
        </p:nvSpPr>
        <p:spPr>
          <a:xfrm>
            <a:off x="814525" y="1806250"/>
            <a:ext cx="29583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58" name="Google Shape;458;p17"/>
          <p:cNvSpPr txBox="1"/>
          <p:nvPr>
            <p:ph idx="1" type="subTitle"/>
          </p:nvPr>
        </p:nvSpPr>
        <p:spPr>
          <a:xfrm>
            <a:off x="814525" y="2479025"/>
            <a:ext cx="29583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59" name="Google Shape;459;p17"/>
          <p:cNvGrpSpPr/>
          <p:nvPr/>
        </p:nvGrpSpPr>
        <p:grpSpPr>
          <a:xfrm>
            <a:off x="147190" y="137226"/>
            <a:ext cx="8843209" cy="4869073"/>
            <a:chOff x="147190" y="137226"/>
            <a:chExt cx="8843209" cy="4869073"/>
          </a:xfrm>
        </p:grpSpPr>
        <p:grpSp>
          <p:nvGrpSpPr>
            <p:cNvPr id="460" name="Google Shape;460;p17"/>
            <p:cNvGrpSpPr/>
            <p:nvPr/>
          </p:nvGrpSpPr>
          <p:grpSpPr>
            <a:xfrm>
              <a:off x="147190" y="137226"/>
              <a:ext cx="8843209" cy="4869073"/>
              <a:chOff x="147190" y="137314"/>
              <a:chExt cx="8843209" cy="4869073"/>
            </a:xfrm>
          </p:grpSpPr>
          <p:grpSp>
            <p:nvGrpSpPr>
              <p:cNvPr id="461" name="Google Shape;461;p17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462" name="Google Shape;462;p17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17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4" name="Google Shape;464;p17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465" name="Google Shape;465;p17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17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67" name="Google Shape;467;p17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468" name="Google Shape;468;p17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9" name="Google Shape;469;p17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470" name="Google Shape;470;p17"/>
              <p:cNvGrpSpPr/>
              <p:nvPr/>
            </p:nvGrpSpPr>
            <p:grpSpPr>
              <a:xfrm>
                <a:off x="3130504" y="137314"/>
                <a:ext cx="483619" cy="561918"/>
                <a:chOff x="170054" y="3050726"/>
                <a:chExt cx="483619" cy="561918"/>
              </a:xfrm>
            </p:grpSpPr>
            <p:sp>
              <p:nvSpPr>
                <p:cNvPr id="471" name="Google Shape;471;p17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2" name="Google Shape;472;p17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73" name="Google Shape;473;p17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7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5" name="Google Shape;475;p17"/>
            <p:cNvSpPr/>
            <p:nvPr/>
          </p:nvSpPr>
          <p:spPr>
            <a:xfrm>
              <a:off x="484618" y="48555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6" name="Google Shape;476;p17"/>
          <p:cNvGrpSpPr/>
          <p:nvPr/>
        </p:nvGrpSpPr>
        <p:grpSpPr>
          <a:xfrm>
            <a:off x="313424" y="226307"/>
            <a:ext cx="8676983" cy="4695749"/>
            <a:chOff x="313424" y="226307"/>
            <a:chExt cx="8676983" cy="4695749"/>
          </a:xfrm>
        </p:grpSpPr>
        <p:grpSp>
          <p:nvGrpSpPr>
            <p:cNvPr id="477" name="Google Shape;477;p17"/>
            <p:cNvGrpSpPr/>
            <p:nvPr/>
          </p:nvGrpSpPr>
          <p:grpSpPr>
            <a:xfrm>
              <a:off x="8363495" y="4295091"/>
              <a:ext cx="626912" cy="626965"/>
              <a:chOff x="5734895" y="534991"/>
              <a:chExt cx="626912" cy="626965"/>
            </a:xfrm>
          </p:grpSpPr>
          <p:sp>
            <p:nvSpPr>
              <p:cNvPr id="478" name="Google Shape;478;p1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1" name="Google Shape;481;p17"/>
            <p:cNvGrpSpPr/>
            <p:nvPr/>
          </p:nvGrpSpPr>
          <p:grpSpPr>
            <a:xfrm flipH="1">
              <a:off x="313424" y="226307"/>
              <a:ext cx="501089" cy="503398"/>
              <a:chOff x="7686551" y="596782"/>
              <a:chExt cx="501089" cy="503398"/>
            </a:xfrm>
          </p:grpSpPr>
          <p:sp>
            <p:nvSpPr>
              <p:cNvPr id="482" name="Google Shape;482;p1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90" name="Google Shape;490;p18"/>
          <p:cNvSpPr txBox="1"/>
          <p:nvPr>
            <p:ph idx="1" type="subTitle"/>
          </p:nvPr>
        </p:nvSpPr>
        <p:spPr>
          <a:xfrm>
            <a:off x="5040051" y="2014775"/>
            <a:ext cx="2560500" cy="25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9pPr>
          </a:lstStyle>
          <a:p/>
        </p:txBody>
      </p:sp>
      <p:sp>
        <p:nvSpPr>
          <p:cNvPr id="491" name="Google Shape;491;p18"/>
          <p:cNvSpPr txBox="1"/>
          <p:nvPr>
            <p:ph idx="2" type="subTitle"/>
          </p:nvPr>
        </p:nvSpPr>
        <p:spPr>
          <a:xfrm>
            <a:off x="1543450" y="2014775"/>
            <a:ext cx="2560500" cy="25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9pPr>
          </a:lstStyle>
          <a:p/>
        </p:txBody>
      </p:sp>
      <p:sp>
        <p:nvSpPr>
          <p:cNvPr id="492" name="Google Shape;492;p18"/>
          <p:cNvSpPr txBox="1"/>
          <p:nvPr>
            <p:ph idx="3" type="subTitle"/>
          </p:nvPr>
        </p:nvSpPr>
        <p:spPr>
          <a:xfrm>
            <a:off x="5040058" y="16762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93" name="Google Shape;493;p18"/>
          <p:cNvSpPr txBox="1"/>
          <p:nvPr>
            <p:ph idx="4" type="subTitle"/>
          </p:nvPr>
        </p:nvSpPr>
        <p:spPr>
          <a:xfrm>
            <a:off x="1543450" y="16762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494" name="Google Shape;494;p18"/>
          <p:cNvGrpSpPr/>
          <p:nvPr/>
        </p:nvGrpSpPr>
        <p:grpSpPr>
          <a:xfrm>
            <a:off x="106676" y="4468907"/>
            <a:ext cx="501089" cy="503398"/>
            <a:chOff x="7686551" y="596782"/>
            <a:chExt cx="501089" cy="503398"/>
          </a:xfrm>
        </p:grpSpPr>
        <p:sp>
          <p:nvSpPr>
            <p:cNvPr id="495" name="Google Shape;495;p18"/>
            <p:cNvSpPr/>
            <p:nvPr/>
          </p:nvSpPr>
          <p:spPr>
            <a:xfrm>
              <a:off x="7819260" y="596782"/>
              <a:ext cx="368374" cy="368426"/>
            </a:xfrm>
            <a:custGeom>
              <a:rect b="b" l="l" r="r" t="t"/>
              <a:pathLst>
                <a:path extrusionOk="0" fill="none" h="7024" w="7023">
                  <a:moveTo>
                    <a:pt x="0" y="1"/>
                  </a:moveTo>
                  <a:lnTo>
                    <a:pt x="7023" y="1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8"/>
            <p:cNvSpPr/>
            <p:nvPr/>
          </p:nvSpPr>
          <p:spPr>
            <a:xfrm>
              <a:off x="7686551" y="731799"/>
              <a:ext cx="368426" cy="368374"/>
            </a:xfrm>
            <a:custGeom>
              <a:rect b="b" l="l" r="r" t="t"/>
              <a:pathLst>
                <a:path extrusionOk="0" fill="none" h="7023" w="7024">
                  <a:moveTo>
                    <a:pt x="0" y="0"/>
                  </a:moveTo>
                  <a:lnTo>
                    <a:pt x="7023" y="0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8"/>
            <p:cNvSpPr/>
            <p:nvPr/>
          </p:nvSpPr>
          <p:spPr>
            <a:xfrm>
              <a:off x="8054936" y="596782"/>
              <a:ext cx="132705" cy="135065"/>
            </a:xfrm>
            <a:custGeom>
              <a:rect b="b" l="l" r="r" t="t"/>
              <a:pathLst>
                <a:path extrusionOk="0" fill="none" h="2575" w="2530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8"/>
            <p:cNvSpPr/>
            <p:nvPr/>
          </p:nvSpPr>
          <p:spPr>
            <a:xfrm>
              <a:off x="8054936" y="965167"/>
              <a:ext cx="132705" cy="135013"/>
            </a:xfrm>
            <a:custGeom>
              <a:rect b="b" l="l" r="r" t="t"/>
              <a:pathLst>
                <a:path extrusionOk="0" fill="none" h="2574" w="2530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8"/>
            <p:cNvSpPr/>
            <p:nvPr/>
          </p:nvSpPr>
          <p:spPr>
            <a:xfrm>
              <a:off x="7686551" y="965167"/>
              <a:ext cx="132757" cy="135013"/>
            </a:xfrm>
            <a:custGeom>
              <a:rect b="b" l="l" r="r" t="t"/>
              <a:pathLst>
                <a:path extrusionOk="0" fill="none" h="2574" w="2531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8"/>
            <p:cNvSpPr/>
            <p:nvPr/>
          </p:nvSpPr>
          <p:spPr>
            <a:xfrm>
              <a:off x="7686551" y="596782"/>
              <a:ext cx="132757" cy="135065"/>
            </a:xfrm>
            <a:custGeom>
              <a:rect b="b" l="l" r="r" t="t"/>
              <a:pathLst>
                <a:path extrusionOk="0" fill="none" h="2575" w="2531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1" name="Google Shape;501;p18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502" name="Google Shape;502;p18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3" name="Google Shape;503;p18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504" name="Google Shape;504;p18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18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6" name="Google Shape;506;p18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507" name="Google Shape;507;p18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8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9" name="Google Shape;509;p18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510" name="Google Shape;510;p18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18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2" name="Google Shape;512;p18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4" name="Google Shape;514;p18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515" name="Google Shape;515;p18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8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17" name="Google Shape;517;p18"/>
          <p:cNvSpPr txBox="1"/>
          <p:nvPr>
            <p:ph idx="5" type="body"/>
          </p:nvPr>
        </p:nvSpPr>
        <p:spPr>
          <a:xfrm>
            <a:off x="820650" y="1125675"/>
            <a:ext cx="75027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9"/>
          <p:cNvSpPr txBox="1"/>
          <p:nvPr>
            <p:ph idx="1" type="body"/>
          </p:nvPr>
        </p:nvSpPr>
        <p:spPr>
          <a:xfrm>
            <a:off x="721125" y="1202800"/>
            <a:ext cx="37593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20" name="Google Shape;520;p19"/>
          <p:cNvSpPr txBox="1"/>
          <p:nvPr>
            <p:ph idx="2" type="body"/>
          </p:nvPr>
        </p:nvSpPr>
        <p:spPr>
          <a:xfrm>
            <a:off x="4663650" y="1634200"/>
            <a:ext cx="3759300" cy="29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400"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521" name="Google Shape;52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522" name="Google Shape;522;p19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523" name="Google Shape;523;p19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24" name="Google Shape;524;p19"/>
            <p:cNvGrpSpPr/>
            <p:nvPr/>
          </p:nvGrpSpPr>
          <p:grpSpPr>
            <a:xfrm>
              <a:off x="192215" y="1201364"/>
              <a:ext cx="354700" cy="354032"/>
              <a:chOff x="197672" y="1375961"/>
              <a:chExt cx="504839" cy="503889"/>
            </a:xfrm>
          </p:grpSpPr>
          <p:sp>
            <p:nvSpPr>
              <p:cNvPr id="525" name="Google Shape;525;p19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9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7" name="Google Shape;527;p19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528" name="Google Shape;528;p19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9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19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531" name="Google Shape;531;p19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19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3" name="Google Shape;533;p19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534" name="Google Shape;534;p19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9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36" name="Google Shape;536;p19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8" name="Google Shape;538;p19"/>
          <p:cNvGrpSpPr/>
          <p:nvPr/>
        </p:nvGrpSpPr>
        <p:grpSpPr>
          <a:xfrm>
            <a:off x="342174" y="137316"/>
            <a:ext cx="8294071" cy="4722963"/>
            <a:chOff x="342174" y="137316"/>
            <a:chExt cx="8294071" cy="4722963"/>
          </a:xfrm>
        </p:grpSpPr>
        <p:grpSp>
          <p:nvGrpSpPr>
            <p:cNvPr id="539" name="Google Shape;539;p19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540" name="Google Shape;540;p19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9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9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9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9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9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6" name="Google Shape;546;p19"/>
            <p:cNvGrpSpPr/>
            <p:nvPr/>
          </p:nvGrpSpPr>
          <p:grpSpPr>
            <a:xfrm flipH="1">
              <a:off x="8009332" y="137316"/>
              <a:ext cx="626912" cy="626965"/>
              <a:chOff x="5734895" y="534991"/>
              <a:chExt cx="626912" cy="626965"/>
            </a:xfrm>
          </p:grpSpPr>
          <p:sp>
            <p:nvSpPr>
              <p:cNvPr id="547" name="Google Shape;547;p19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9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9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52" name="Google Shape;552;p20"/>
          <p:cNvSpPr txBox="1"/>
          <p:nvPr>
            <p:ph idx="1" type="subTitle"/>
          </p:nvPr>
        </p:nvSpPr>
        <p:spPr>
          <a:xfrm>
            <a:off x="1768500" y="1986847"/>
            <a:ext cx="56070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3" name="Google Shape;553;p20"/>
          <p:cNvSpPr txBox="1"/>
          <p:nvPr>
            <p:ph idx="2" type="subTitle"/>
          </p:nvPr>
        </p:nvSpPr>
        <p:spPr>
          <a:xfrm>
            <a:off x="1768500" y="3526576"/>
            <a:ext cx="5607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4" name="Google Shape;554;p20"/>
          <p:cNvSpPr txBox="1"/>
          <p:nvPr>
            <p:ph idx="3" type="subTitle"/>
          </p:nvPr>
        </p:nvSpPr>
        <p:spPr>
          <a:xfrm>
            <a:off x="1768500" y="1528500"/>
            <a:ext cx="5607000" cy="4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55" name="Google Shape;555;p20"/>
          <p:cNvSpPr txBox="1"/>
          <p:nvPr>
            <p:ph idx="4" type="subTitle"/>
          </p:nvPr>
        </p:nvSpPr>
        <p:spPr>
          <a:xfrm>
            <a:off x="1768500" y="3104203"/>
            <a:ext cx="5607000" cy="4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56" name="Google Shape;556;p20"/>
          <p:cNvGrpSpPr/>
          <p:nvPr/>
        </p:nvGrpSpPr>
        <p:grpSpPr>
          <a:xfrm>
            <a:off x="335940" y="191619"/>
            <a:ext cx="8654454" cy="4814751"/>
            <a:chOff x="335940" y="191619"/>
            <a:chExt cx="8654454" cy="4814751"/>
          </a:xfrm>
        </p:grpSpPr>
        <p:sp>
          <p:nvSpPr>
            <p:cNvPr id="557" name="Google Shape;557;p20"/>
            <p:cNvSpPr/>
            <p:nvPr/>
          </p:nvSpPr>
          <p:spPr>
            <a:xfrm>
              <a:off x="2884818" y="1916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8" name="Google Shape;558;p20"/>
            <p:cNvGrpSpPr/>
            <p:nvPr/>
          </p:nvGrpSpPr>
          <p:grpSpPr>
            <a:xfrm>
              <a:off x="335940" y="1913914"/>
              <a:ext cx="354700" cy="354032"/>
              <a:chOff x="306126" y="1701323"/>
              <a:chExt cx="504839" cy="503889"/>
            </a:xfrm>
          </p:grpSpPr>
          <p:sp>
            <p:nvSpPr>
              <p:cNvPr id="559" name="Google Shape;559;p20"/>
              <p:cNvSpPr/>
              <p:nvPr/>
            </p:nvSpPr>
            <p:spPr>
              <a:xfrm>
                <a:off x="558516" y="1952762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0"/>
              <p:cNvSpPr/>
              <p:nvPr/>
            </p:nvSpPr>
            <p:spPr>
              <a:xfrm>
                <a:off x="306126" y="1701323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1" name="Google Shape;561;p20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562" name="Google Shape;562;p20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0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4" name="Google Shape;564;p20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565" name="Google Shape;565;p20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0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67" name="Google Shape;567;p20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9" name="Google Shape;569;p20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570" name="Google Shape;570;p20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2" name="Google Shape;572;p20"/>
          <p:cNvGrpSpPr/>
          <p:nvPr/>
        </p:nvGrpSpPr>
        <p:grpSpPr>
          <a:xfrm>
            <a:off x="267595" y="184707"/>
            <a:ext cx="8721721" cy="4631349"/>
            <a:chOff x="267595" y="184707"/>
            <a:chExt cx="8721721" cy="4631349"/>
          </a:xfrm>
        </p:grpSpPr>
        <p:grpSp>
          <p:nvGrpSpPr>
            <p:cNvPr id="573" name="Google Shape;573;p20"/>
            <p:cNvGrpSpPr/>
            <p:nvPr/>
          </p:nvGrpSpPr>
          <p:grpSpPr>
            <a:xfrm>
              <a:off x="8488226" y="2218232"/>
              <a:ext cx="501089" cy="503398"/>
              <a:chOff x="7686551" y="596782"/>
              <a:chExt cx="501089" cy="503398"/>
            </a:xfrm>
          </p:grpSpPr>
          <p:sp>
            <p:nvSpPr>
              <p:cNvPr id="574" name="Google Shape;574;p2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0" name="Google Shape;580;p20"/>
            <p:cNvGrpSpPr/>
            <p:nvPr/>
          </p:nvGrpSpPr>
          <p:grpSpPr>
            <a:xfrm>
              <a:off x="267595" y="4189091"/>
              <a:ext cx="626912" cy="626965"/>
              <a:chOff x="5734895" y="534991"/>
              <a:chExt cx="626912" cy="626965"/>
            </a:xfrm>
          </p:grpSpPr>
          <p:sp>
            <p:nvSpPr>
              <p:cNvPr id="581" name="Google Shape;581;p2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2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" name="Google Shape;584;p20"/>
            <p:cNvGrpSpPr/>
            <p:nvPr/>
          </p:nvGrpSpPr>
          <p:grpSpPr>
            <a:xfrm>
              <a:off x="309651" y="184707"/>
              <a:ext cx="501089" cy="503398"/>
              <a:chOff x="7686551" y="596782"/>
              <a:chExt cx="501089" cy="503398"/>
            </a:xfrm>
          </p:grpSpPr>
          <p:sp>
            <p:nvSpPr>
              <p:cNvPr id="585" name="Google Shape;585;p2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1"/>
          <p:cNvSpPr txBox="1"/>
          <p:nvPr>
            <p:ph idx="1" type="subTitle"/>
          </p:nvPr>
        </p:nvSpPr>
        <p:spPr>
          <a:xfrm>
            <a:off x="937625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21"/>
          <p:cNvSpPr txBox="1"/>
          <p:nvPr>
            <p:ph idx="2" type="subTitle"/>
          </p:nvPr>
        </p:nvSpPr>
        <p:spPr>
          <a:xfrm>
            <a:off x="3484347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4" name="Google Shape;594;p21"/>
          <p:cNvSpPr txBox="1"/>
          <p:nvPr>
            <p:ph idx="3" type="subTitle"/>
          </p:nvPr>
        </p:nvSpPr>
        <p:spPr>
          <a:xfrm>
            <a:off x="6031075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5" name="Google Shape;595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596" name="Google Shape;596;p21"/>
          <p:cNvSpPr txBox="1"/>
          <p:nvPr>
            <p:ph idx="4" type="subTitle"/>
          </p:nvPr>
        </p:nvSpPr>
        <p:spPr>
          <a:xfrm>
            <a:off x="937625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7" name="Google Shape;597;p21"/>
          <p:cNvSpPr txBox="1"/>
          <p:nvPr>
            <p:ph idx="5" type="subTitle"/>
          </p:nvPr>
        </p:nvSpPr>
        <p:spPr>
          <a:xfrm>
            <a:off x="3484347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598" name="Google Shape;598;p21"/>
          <p:cNvSpPr txBox="1"/>
          <p:nvPr>
            <p:ph idx="6" type="subTitle"/>
          </p:nvPr>
        </p:nvSpPr>
        <p:spPr>
          <a:xfrm>
            <a:off x="6031075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599" name="Google Shape;599;p21"/>
          <p:cNvGrpSpPr/>
          <p:nvPr/>
        </p:nvGrpSpPr>
        <p:grpSpPr>
          <a:xfrm>
            <a:off x="147190" y="131132"/>
            <a:ext cx="8843209" cy="4875167"/>
            <a:chOff x="147190" y="131132"/>
            <a:chExt cx="8843209" cy="4875167"/>
          </a:xfrm>
        </p:grpSpPr>
        <p:grpSp>
          <p:nvGrpSpPr>
            <p:cNvPr id="600" name="Google Shape;600;p21"/>
            <p:cNvGrpSpPr/>
            <p:nvPr/>
          </p:nvGrpSpPr>
          <p:grpSpPr>
            <a:xfrm>
              <a:off x="147190" y="267566"/>
              <a:ext cx="8843209" cy="4738733"/>
              <a:chOff x="147190" y="267654"/>
              <a:chExt cx="8843209" cy="4738733"/>
            </a:xfrm>
          </p:grpSpPr>
          <p:grpSp>
            <p:nvGrpSpPr>
              <p:cNvPr id="601" name="Google Shape;601;p21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602" name="Google Shape;602;p21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1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4" name="Google Shape;604;p21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605" name="Google Shape;605;p21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21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7" name="Google Shape;607;p21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608" name="Google Shape;608;p21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21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10" name="Google Shape;610;p21"/>
              <p:cNvGrpSpPr/>
              <p:nvPr/>
            </p:nvGrpSpPr>
            <p:grpSpPr>
              <a:xfrm>
                <a:off x="147204" y="4327701"/>
                <a:ext cx="483619" cy="561918"/>
                <a:chOff x="-2813246" y="7241114"/>
                <a:chExt cx="483619" cy="561918"/>
              </a:xfrm>
            </p:grpSpPr>
            <p:sp>
              <p:nvSpPr>
                <p:cNvPr id="611" name="Google Shape;611;p21"/>
                <p:cNvSpPr/>
                <p:nvPr/>
              </p:nvSpPr>
              <p:spPr>
                <a:xfrm>
                  <a:off x="-2813246" y="7550582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1"/>
                <p:cNvSpPr/>
                <p:nvPr/>
              </p:nvSpPr>
              <p:spPr>
                <a:xfrm>
                  <a:off x="-2455820" y="7241114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13" name="Google Shape;613;p21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1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1"/>
            <p:cNvSpPr/>
            <p:nvPr/>
          </p:nvSpPr>
          <p:spPr>
            <a:xfrm>
              <a:off x="789418" y="1311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21"/>
          <p:cNvGrpSpPr/>
          <p:nvPr/>
        </p:nvGrpSpPr>
        <p:grpSpPr>
          <a:xfrm>
            <a:off x="8206445" y="4295091"/>
            <a:ext cx="626912" cy="626965"/>
            <a:chOff x="5734895" y="534991"/>
            <a:chExt cx="626912" cy="626965"/>
          </a:xfrm>
        </p:grpSpPr>
        <p:sp>
          <p:nvSpPr>
            <p:cNvPr id="617" name="Google Shape;617;p21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1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1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22"/>
          <p:cNvSpPr txBox="1"/>
          <p:nvPr>
            <p:ph idx="1" type="subTitle"/>
          </p:nvPr>
        </p:nvSpPr>
        <p:spPr>
          <a:xfrm>
            <a:off x="937625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22"/>
          <p:cNvSpPr txBox="1"/>
          <p:nvPr>
            <p:ph idx="2" type="subTitle"/>
          </p:nvPr>
        </p:nvSpPr>
        <p:spPr>
          <a:xfrm>
            <a:off x="3484347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3" name="Google Shape;623;p22"/>
          <p:cNvSpPr txBox="1"/>
          <p:nvPr>
            <p:ph idx="3" type="subTitle"/>
          </p:nvPr>
        </p:nvSpPr>
        <p:spPr>
          <a:xfrm>
            <a:off x="6031075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25" name="Google Shape;625;p22"/>
          <p:cNvSpPr txBox="1"/>
          <p:nvPr>
            <p:ph idx="4" type="subTitle"/>
          </p:nvPr>
        </p:nvSpPr>
        <p:spPr>
          <a:xfrm>
            <a:off x="937625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6" name="Google Shape;626;p22"/>
          <p:cNvSpPr txBox="1"/>
          <p:nvPr>
            <p:ph idx="5" type="subTitle"/>
          </p:nvPr>
        </p:nvSpPr>
        <p:spPr>
          <a:xfrm>
            <a:off x="3484347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7" name="Google Shape;627;p22"/>
          <p:cNvSpPr txBox="1"/>
          <p:nvPr>
            <p:ph idx="6" type="subTitle"/>
          </p:nvPr>
        </p:nvSpPr>
        <p:spPr>
          <a:xfrm>
            <a:off x="6031075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28" name="Google Shape;628;p22"/>
          <p:cNvGrpSpPr/>
          <p:nvPr/>
        </p:nvGrpSpPr>
        <p:grpSpPr>
          <a:xfrm>
            <a:off x="147190" y="54932"/>
            <a:ext cx="8843209" cy="4951367"/>
            <a:chOff x="147190" y="54932"/>
            <a:chExt cx="8843209" cy="4951367"/>
          </a:xfrm>
        </p:grpSpPr>
        <p:grpSp>
          <p:nvGrpSpPr>
            <p:cNvPr id="629" name="Google Shape;629;p22"/>
            <p:cNvGrpSpPr/>
            <p:nvPr/>
          </p:nvGrpSpPr>
          <p:grpSpPr>
            <a:xfrm>
              <a:off x="147190" y="267566"/>
              <a:ext cx="8843209" cy="4738733"/>
              <a:chOff x="147190" y="267654"/>
              <a:chExt cx="8843209" cy="4738733"/>
            </a:xfrm>
          </p:grpSpPr>
          <p:grpSp>
            <p:nvGrpSpPr>
              <p:cNvPr id="630" name="Google Shape;630;p22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631" name="Google Shape;631;p22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22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3" name="Google Shape;633;p22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634" name="Google Shape;634;p22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22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6" name="Google Shape;636;p22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637" name="Google Shape;637;p22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22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9" name="Google Shape;639;p22"/>
              <p:cNvGrpSpPr/>
              <p:nvPr/>
            </p:nvGrpSpPr>
            <p:grpSpPr>
              <a:xfrm>
                <a:off x="147204" y="4327701"/>
                <a:ext cx="483619" cy="561918"/>
                <a:chOff x="-2813246" y="7241114"/>
                <a:chExt cx="483619" cy="561918"/>
              </a:xfrm>
            </p:grpSpPr>
            <p:sp>
              <p:nvSpPr>
                <p:cNvPr id="640" name="Google Shape;640;p22"/>
                <p:cNvSpPr/>
                <p:nvPr/>
              </p:nvSpPr>
              <p:spPr>
                <a:xfrm>
                  <a:off x="-2813246" y="7550582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22"/>
                <p:cNvSpPr/>
                <p:nvPr/>
              </p:nvSpPr>
              <p:spPr>
                <a:xfrm>
                  <a:off x="-2455820" y="7241114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42" name="Google Shape;642;p22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2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4" name="Google Shape;644;p22"/>
            <p:cNvSpPr/>
            <p:nvPr/>
          </p:nvSpPr>
          <p:spPr>
            <a:xfrm>
              <a:off x="2465818" y="549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Google Shape;645;p22"/>
          <p:cNvGrpSpPr/>
          <p:nvPr/>
        </p:nvGrpSpPr>
        <p:grpSpPr>
          <a:xfrm>
            <a:off x="218899" y="227366"/>
            <a:ext cx="8703971" cy="4694688"/>
            <a:chOff x="218899" y="227366"/>
            <a:chExt cx="8703971" cy="4694688"/>
          </a:xfrm>
        </p:grpSpPr>
        <p:grpSp>
          <p:nvGrpSpPr>
            <p:cNvPr id="646" name="Google Shape;646;p22"/>
            <p:cNvGrpSpPr/>
            <p:nvPr/>
          </p:nvGrpSpPr>
          <p:grpSpPr>
            <a:xfrm rot="10800000">
              <a:off x="218899" y="227366"/>
              <a:ext cx="501089" cy="503398"/>
              <a:chOff x="7686551" y="596782"/>
              <a:chExt cx="501089" cy="503398"/>
            </a:xfrm>
          </p:grpSpPr>
          <p:sp>
            <p:nvSpPr>
              <p:cNvPr id="647" name="Google Shape;647;p2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3" name="Google Shape;653;p22"/>
            <p:cNvGrpSpPr/>
            <p:nvPr/>
          </p:nvGrpSpPr>
          <p:grpSpPr>
            <a:xfrm rot="10800000">
              <a:off x="8295957" y="4295090"/>
              <a:ext cx="626912" cy="626965"/>
              <a:chOff x="5734895" y="534991"/>
              <a:chExt cx="626912" cy="626965"/>
            </a:xfrm>
          </p:grpSpPr>
          <p:sp>
            <p:nvSpPr>
              <p:cNvPr id="654" name="Google Shape;654;p2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59" name="Google Shape;659;p23"/>
          <p:cNvSpPr txBox="1"/>
          <p:nvPr>
            <p:ph idx="1" type="subTitle"/>
          </p:nvPr>
        </p:nvSpPr>
        <p:spPr>
          <a:xfrm>
            <a:off x="2219912" y="1859568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23"/>
          <p:cNvSpPr txBox="1"/>
          <p:nvPr>
            <p:ph idx="2" type="subTitle"/>
          </p:nvPr>
        </p:nvSpPr>
        <p:spPr>
          <a:xfrm>
            <a:off x="5556763" y="1859568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23"/>
          <p:cNvSpPr txBox="1"/>
          <p:nvPr>
            <p:ph idx="3" type="subTitle"/>
          </p:nvPr>
        </p:nvSpPr>
        <p:spPr>
          <a:xfrm>
            <a:off x="2219912" y="3479123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23"/>
          <p:cNvSpPr txBox="1"/>
          <p:nvPr>
            <p:ph idx="4" type="subTitle"/>
          </p:nvPr>
        </p:nvSpPr>
        <p:spPr>
          <a:xfrm>
            <a:off x="5556763" y="3479123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3" name="Google Shape;663;p23"/>
          <p:cNvSpPr txBox="1"/>
          <p:nvPr>
            <p:ph idx="5" type="subTitle"/>
          </p:nvPr>
        </p:nvSpPr>
        <p:spPr>
          <a:xfrm>
            <a:off x="2219912" y="1553625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4" name="Google Shape;664;p23"/>
          <p:cNvSpPr txBox="1"/>
          <p:nvPr>
            <p:ph idx="6" type="subTitle"/>
          </p:nvPr>
        </p:nvSpPr>
        <p:spPr>
          <a:xfrm>
            <a:off x="5556761" y="1553625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5" name="Google Shape;665;p23"/>
          <p:cNvSpPr txBox="1"/>
          <p:nvPr>
            <p:ph idx="7" type="subTitle"/>
          </p:nvPr>
        </p:nvSpPr>
        <p:spPr>
          <a:xfrm>
            <a:off x="2219912" y="3173230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66" name="Google Shape;666;p23"/>
          <p:cNvSpPr txBox="1"/>
          <p:nvPr>
            <p:ph idx="8" type="subTitle"/>
          </p:nvPr>
        </p:nvSpPr>
        <p:spPr>
          <a:xfrm>
            <a:off x="5556761" y="3173230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67" name="Google Shape;667;p23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668" name="Google Shape;668;p23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9" name="Google Shape;669;p23"/>
            <p:cNvGrpSpPr/>
            <p:nvPr/>
          </p:nvGrpSpPr>
          <p:grpSpPr>
            <a:xfrm>
              <a:off x="192215" y="1810964"/>
              <a:ext cx="354700" cy="354032"/>
              <a:chOff x="197672" y="2243595"/>
              <a:chExt cx="504839" cy="503889"/>
            </a:xfrm>
          </p:grpSpPr>
          <p:sp>
            <p:nvSpPr>
              <p:cNvPr id="670" name="Google Shape;670;p23"/>
              <p:cNvSpPr/>
              <p:nvPr/>
            </p:nvSpPr>
            <p:spPr>
              <a:xfrm>
                <a:off x="450062" y="249503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23"/>
              <p:cNvSpPr/>
              <p:nvPr/>
            </p:nvSpPr>
            <p:spPr>
              <a:xfrm>
                <a:off x="197672" y="2243595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2" name="Google Shape;672;p23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673" name="Google Shape;673;p23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3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5" name="Google Shape;675;p23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676" name="Google Shape;676;p23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3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8" name="Google Shape;678;p23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679" name="Google Shape;679;p23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23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1" name="Google Shape;681;p23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3" name="Google Shape;683;p23"/>
          <p:cNvGrpSpPr/>
          <p:nvPr/>
        </p:nvGrpSpPr>
        <p:grpSpPr>
          <a:xfrm>
            <a:off x="342174" y="158491"/>
            <a:ext cx="8597971" cy="4701788"/>
            <a:chOff x="342174" y="158491"/>
            <a:chExt cx="8597971" cy="4701788"/>
          </a:xfrm>
        </p:grpSpPr>
        <p:grpSp>
          <p:nvGrpSpPr>
            <p:cNvPr id="684" name="Google Shape;684;p23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685" name="Google Shape;685;p23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23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23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23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23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23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1" name="Google Shape;691;p23"/>
            <p:cNvGrpSpPr/>
            <p:nvPr/>
          </p:nvGrpSpPr>
          <p:grpSpPr>
            <a:xfrm flipH="1">
              <a:off x="8313232" y="158491"/>
              <a:ext cx="626912" cy="626965"/>
              <a:chOff x="5734895" y="534991"/>
              <a:chExt cx="626912" cy="626965"/>
            </a:xfrm>
          </p:grpSpPr>
          <p:sp>
            <p:nvSpPr>
              <p:cNvPr id="692" name="Google Shape;692;p23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23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23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97" name="Google Shape;697;p24"/>
          <p:cNvSpPr txBox="1"/>
          <p:nvPr>
            <p:ph idx="1" type="subTitle"/>
          </p:nvPr>
        </p:nvSpPr>
        <p:spPr>
          <a:xfrm>
            <a:off x="953959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24"/>
          <p:cNvSpPr txBox="1"/>
          <p:nvPr>
            <p:ph idx="2" type="subTitle"/>
          </p:nvPr>
        </p:nvSpPr>
        <p:spPr>
          <a:xfrm>
            <a:off x="3429121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9" name="Google Shape;699;p24"/>
          <p:cNvSpPr txBox="1"/>
          <p:nvPr>
            <p:ph idx="3" type="subTitle"/>
          </p:nvPr>
        </p:nvSpPr>
        <p:spPr>
          <a:xfrm>
            <a:off x="953959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0" name="Google Shape;700;p24"/>
          <p:cNvSpPr txBox="1"/>
          <p:nvPr>
            <p:ph idx="4" type="subTitle"/>
          </p:nvPr>
        </p:nvSpPr>
        <p:spPr>
          <a:xfrm>
            <a:off x="3429121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24"/>
          <p:cNvSpPr txBox="1"/>
          <p:nvPr>
            <p:ph idx="5" type="subTitle"/>
          </p:nvPr>
        </p:nvSpPr>
        <p:spPr>
          <a:xfrm>
            <a:off x="5904284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2" name="Google Shape;702;p24"/>
          <p:cNvSpPr txBox="1"/>
          <p:nvPr>
            <p:ph idx="6" type="subTitle"/>
          </p:nvPr>
        </p:nvSpPr>
        <p:spPr>
          <a:xfrm>
            <a:off x="5904284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24"/>
          <p:cNvSpPr txBox="1"/>
          <p:nvPr>
            <p:ph idx="7" type="subTitle"/>
          </p:nvPr>
        </p:nvSpPr>
        <p:spPr>
          <a:xfrm>
            <a:off x="954016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4" name="Google Shape;704;p24"/>
          <p:cNvSpPr txBox="1"/>
          <p:nvPr>
            <p:ph idx="8" type="subTitle"/>
          </p:nvPr>
        </p:nvSpPr>
        <p:spPr>
          <a:xfrm>
            <a:off x="3429179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5" name="Google Shape;705;p24"/>
          <p:cNvSpPr txBox="1"/>
          <p:nvPr>
            <p:ph idx="9" type="subTitle"/>
          </p:nvPr>
        </p:nvSpPr>
        <p:spPr>
          <a:xfrm>
            <a:off x="954016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6" name="Google Shape;706;p24"/>
          <p:cNvSpPr txBox="1"/>
          <p:nvPr>
            <p:ph idx="13" type="subTitle"/>
          </p:nvPr>
        </p:nvSpPr>
        <p:spPr>
          <a:xfrm>
            <a:off x="3429179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7" name="Google Shape;707;p24"/>
          <p:cNvSpPr txBox="1"/>
          <p:nvPr>
            <p:ph idx="14" type="subTitle"/>
          </p:nvPr>
        </p:nvSpPr>
        <p:spPr>
          <a:xfrm>
            <a:off x="5904341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8" name="Google Shape;708;p24"/>
          <p:cNvSpPr txBox="1"/>
          <p:nvPr>
            <p:ph idx="15" type="subTitle"/>
          </p:nvPr>
        </p:nvSpPr>
        <p:spPr>
          <a:xfrm>
            <a:off x="5904341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09" name="Google Shape;709;p24"/>
          <p:cNvGrpSpPr/>
          <p:nvPr/>
        </p:nvGrpSpPr>
        <p:grpSpPr>
          <a:xfrm>
            <a:off x="93082" y="2705891"/>
            <a:ext cx="8838781" cy="2216163"/>
            <a:chOff x="93082" y="2705891"/>
            <a:chExt cx="8838781" cy="2216163"/>
          </a:xfrm>
        </p:grpSpPr>
        <p:grpSp>
          <p:nvGrpSpPr>
            <p:cNvPr id="710" name="Google Shape;710;p24"/>
            <p:cNvGrpSpPr/>
            <p:nvPr/>
          </p:nvGrpSpPr>
          <p:grpSpPr>
            <a:xfrm flipH="1">
              <a:off x="8430774" y="4418657"/>
              <a:ext cx="501089" cy="503398"/>
              <a:chOff x="7686551" y="596782"/>
              <a:chExt cx="501089" cy="503398"/>
            </a:xfrm>
          </p:grpSpPr>
          <p:sp>
            <p:nvSpPr>
              <p:cNvPr id="711" name="Google Shape;711;p2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2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2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2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2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7" name="Google Shape;717;p24"/>
            <p:cNvGrpSpPr/>
            <p:nvPr/>
          </p:nvGrpSpPr>
          <p:grpSpPr>
            <a:xfrm flipH="1">
              <a:off x="93082" y="2705891"/>
              <a:ext cx="626912" cy="626965"/>
              <a:chOff x="5734895" y="534991"/>
              <a:chExt cx="626912" cy="626965"/>
            </a:xfrm>
          </p:grpSpPr>
          <p:sp>
            <p:nvSpPr>
              <p:cNvPr id="718" name="Google Shape;718;p2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2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21" name="Google Shape;721;p24"/>
          <p:cNvGrpSpPr/>
          <p:nvPr/>
        </p:nvGrpSpPr>
        <p:grpSpPr>
          <a:xfrm>
            <a:off x="192220" y="137314"/>
            <a:ext cx="8798179" cy="4932648"/>
            <a:chOff x="192220" y="137314"/>
            <a:chExt cx="8798179" cy="4932648"/>
          </a:xfrm>
        </p:grpSpPr>
        <p:grpSp>
          <p:nvGrpSpPr>
            <p:cNvPr id="722" name="Google Shape;722;p24"/>
            <p:cNvGrpSpPr/>
            <p:nvPr/>
          </p:nvGrpSpPr>
          <p:grpSpPr>
            <a:xfrm flipH="1">
              <a:off x="192220" y="137314"/>
              <a:ext cx="8798179" cy="4932648"/>
              <a:chOff x="192215" y="137314"/>
              <a:chExt cx="8798179" cy="4932648"/>
            </a:xfrm>
          </p:grpSpPr>
          <p:sp>
            <p:nvSpPr>
              <p:cNvPr id="723" name="Google Shape;723;p24"/>
              <p:cNvSpPr/>
              <p:nvPr/>
            </p:nvSpPr>
            <p:spPr>
              <a:xfrm>
                <a:off x="7071643" y="319394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89"/>
                      <a:pt x="1" y="407"/>
                    </a:cubicBezTo>
                    <a:lnTo>
                      <a:pt x="1" y="1600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600"/>
                    </a:cubicBezTo>
                    <a:lnTo>
                      <a:pt x="1993" y="407"/>
                    </a:lnTo>
                    <a:cubicBezTo>
                      <a:pt x="1993" y="189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4" name="Google Shape;724;p24"/>
              <p:cNvGrpSpPr/>
              <p:nvPr/>
            </p:nvGrpSpPr>
            <p:grpSpPr>
              <a:xfrm>
                <a:off x="192215" y="972764"/>
                <a:ext cx="354700" cy="354032"/>
                <a:chOff x="197672" y="1050598"/>
                <a:chExt cx="504839" cy="503889"/>
              </a:xfrm>
            </p:grpSpPr>
            <p:sp>
              <p:nvSpPr>
                <p:cNvPr id="725" name="Google Shape;725;p24"/>
                <p:cNvSpPr/>
                <p:nvPr/>
              </p:nvSpPr>
              <p:spPr>
                <a:xfrm>
                  <a:off x="450062" y="130203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4"/>
                <p:cNvSpPr/>
                <p:nvPr/>
              </p:nvSpPr>
              <p:spPr>
                <a:xfrm>
                  <a:off x="197672" y="1050598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27" name="Google Shape;727;p24"/>
              <p:cNvGrpSpPr/>
              <p:nvPr/>
            </p:nvGrpSpPr>
            <p:grpSpPr>
              <a:xfrm>
                <a:off x="5846752" y="4671694"/>
                <a:ext cx="310487" cy="310526"/>
                <a:chOff x="8129466" y="3928544"/>
                <a:chExt cx="504774" cy="504839"/>
              </a:xfrm>
            </p:grpSpPr>
            <p:sp>
              <p:nvSpPr>
                <p:cNvPr id="728" name="Google Shape;728;p24"/>
                <p:cNvSpPr/>
                <p:nvPr/>
              </p:nvSpPr>
              <p:spPr>
                <a:xfrm>
                  <a:off x="8129466" y="4180933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24"/>
                <p:cNvSpPr/>
                <p:nvPr/>
              </p:nvSpPr>
              <p:spPr>
                <a:xfrm>
                  <a:off x="8255661" y="3928544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30" name="Google Shape;730;p24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731" name="Google Shape;731;p24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24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33" name="Google Shape;733;p24"/>
              <p:cNvGrpSpPr/>
              <p:nvPr/>
            </p:nvGrpSpPr>
            <p:grpSpPr>
              <a:xfrm>
                <a:off x="1875129" y="137314"/>
                <a:ext cx="976994" cy="279393"/>
                <a:chOff x="-1085321" y="3050726"/>
                <a:chExt cx="976994" cy="279393"/>
              </a:xfrm>
            </p:grpSpPr>
            <p:sp>
              <p:nvSpPr>
                <p:cNvPr id="734" name="Google Shape;734;p24"/>
                <p:cNvSpPr/>
                <p:nvPr/>
              </p:nvSpPr>
              <p:spPr>
                <a:xfrm>
                  <a:off x="-1085321" y="3077669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24"/>
                <p:cNvSpPr/>
                <p:nvPr/>
              </p:nvSpPr>
              <p:spPr>
                <a:xfrm>
                  <a:off x="-23452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6" name="Google Shape;736;p24"/>
              <p:cNvSpPr/>
              <p:nvPr/>
            </p:nvSpPr>
            <p:spPr>
              <a:xfrm>
                <a:off x="8819118" y="454545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24"/>
              <p:cNvSpPr/>
              <p:nvPr/>
            </p:nvSpPr>
            <p:spPr>
              <a:xfrm>
                <a:off x="1728518" y="49437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38" name="Google Shape;738;p24"/>
            <p:cNvSpPr/>
            <p:nvPr/>
          </p:nvSpPr>
          <p:spPr>
            <a:xfrm flipH="1">
              <a:off x="389640" y="4697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5"/>
          <p:cNvSpPr txBox="1"/>
          <p:nvPr>
            <p:ph hasCustomPrompt="1" type="title"/>
          </p:nvPr>
        </p:nvSpPr>
        <p:spPr>
          <a:xfrm>
            <a:off x="222360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1" name="Google Shape;741;p25"/>
          <p:cNvSpPr txBox="1"/>
          <p:nvPr>
            <p:ph idx="1" type="subTitle"/>
          </p:nvPr>
        </p:nvSpPr>
        <p:spPr>
          <a:xfrm>
            <a:off x="2223600" y="1282313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2" name="Google Shape;742;p25"/>
          <p:cNvSpPr txBox="1"/>
          <p:nvPr>
            <p:ph hasCustomPrompt="1" idx="2" type="title"/>
          </p:nvPr>
        </p:nvSpPr>
        <p:spPr>
          <a:xfrm>
            <a:off x="2223600" y="196269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3" name="Google Shape;743;p25"/>
          <p:cNvSpPr txBox="1"/>
          <p:nvPr>
            <p:ph idx="3" type="subTitle"/>
          </p:nvPr>
        </p:nvSpPr>
        <p:spPr>
          <a:xfrm>
            <a:off x="2223600" y="2581008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4" name="Google Shape;744;p25"/>
          <p:cNvSpPr txBox="1"/>
          <p:nvPr>
            <p:ph hasCustomPrompt="1" idx="4" type="title"/>
          </p:nvPr>
        </p:nvSpPr>
        <p:spPr>
          <a:xfrm>
            <a:off x="2223600" y="3260400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5" name="Google Shape;745;p25"/>
          <p:cNvSpPr txBox="1"/>
          <p:nvPr>
            <p:ph idx="5" type="subTitle"/>
          </p:nvPr>
        </p:nvSpPr>
        <p:spPr>
          <a:xfrm>
            <a:off x="2223600" y="3879704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746" name="Google Shape;746;p25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747" name="Google Shape;747;p25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748" name="Google Shape;748;p2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2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2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2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4" name="Google Shape;754;p25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755" name="Google Shape;755;p2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2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58" name="Google Shape;758;p25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759" name="Google Shape;759;p25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60" name="Google Shape;760;p25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761" name="Google Shape;761;p2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3" name="Google Shape;763;p25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764" name="Google Shape;764;p25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5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6" name="Google Shape;766;p25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767" name="Google Shape;767;p25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5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69" name="Google Shape;769;p25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1" name="Google Shape;771;p25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772" name="Google Shape;772;p25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5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6"/>
          <p:cNvSpPr txBox="1"/>
          <p:nvPr>
            <p:ph type="title"/>
          </p:nvPr>
        </p:nvSpPr>
        <p:spPr>
          <a:xfrm>
            <a:off x="2347950" y="387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76" name="Google Shape;776;p26"/>
          <p:cNvSpPr txBox="1"/>
          <p:nvPr>
            <p:ph idx="1" type="subTitle"/>
          </p:nvPr>
        </p:nvSpPr>
        <p:spPr>
          <a:xfrm>
            <a:off x="2347950" y="1646530"/>
            <a:ext cx="44481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7" name="Google Shape;777;p26"/>
          <p:cNvSpPr txBox="1"/>
          <p:nvPr/>
        </p:nvSpPr>
        <p:spPr>
          <a:xfrm>
            <a:off x="2347950" y="34595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CREDITS: This presentation template was created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</a:t>
            </a: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and includes icons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and infographics &amp; images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endParaRPr b="1" sz="1200" u="sng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778" name="Google Shape;778;p26"/>
          <p:cNvGrpSpPr/>
          <p:nvPr/>
        </p:nvGrpSpPr>
        <p:grpSpPr>
          <a:xfrm>
            <a:off x="212403" y="141394"/>
            <a:ext cx="8777997" cy="4914839"/>
            <a:chOff x="212403" y="141394"/>
            <a:chExt cx="8777997" cy="4914839"/>
          </a:xfrm>
        </p:grpSpPr>
        <p:sp>
          <p:nvSpPr>
            <p:cNvPr id="779" name="Google Shape;779;p26"/>
            <p:cNvSpPr/>
            <p:nvPr/>
          </p:nvSpPr>
          <p:spPr>
            <a:xfrm>
              <a:off x="4976218" y="1413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80" name="Google Shape;780;p26"/>
            <p:cNvGrpSpPr/>
            <p:nvPr/>
          </p:nvGrpSpPr>
          <p:grpSpPr>
            <a:xfrm>
              <a:off x="212403" y="1444889"/>
              <a:ext cx="354700" cy="354032"/>
              <a:chOff x="197672" y="1375961"/>
              <a:chExt cx="504839" cy="503889"/>
            </a:xfrm>
          </p:grpSpPr>
          <p:sp>
            <p:nvSpPr>
              <p:cNvPr id="781" name="Google Shape;781;p26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6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26"/>
            <p:cNvGrpSpPr/>
            <p:nvPr/>
          </p:nvGrpSpPr>
          <p:grpSpPr>
            <a:xfrm>
              <a:off x="6485564" y="4745707"/>
              <a:ext cx="310487" cy="310526"/>
              <a:chOff x="4404421" y="3865912"/>
              <a:chExt cx="504774" cy="504839"/>
            </a:xfrm>
          </p:grpSpPr>
          <p:sp>
            <p:nvSpPr>
              <p:cNvPr id="784" name="Google Shape;784;p26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6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6" name="Google Shape;786;p26"/>
            <p:cNvGrpSpPr/>
            <p:nvPr/>
          </p:nvGrpSpPr>
          <p:grpSpPr>
            <a:xfrm rot="5400000">
              <a:off x="8299799" y="394776"/>
              <a:ext cx="543705" cy="372711"/>
              <a:chOff x="8600161" y="155726"/>
              <a:chExt cx="543705" cy="372711"/>
            </a:xfrm>
          </p:grpSpPr>
          <p:sp>
            <p:nvSpPr>
              <p:cNvPr id="787" name="Google Shape;787;p26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6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9" name="Google Shape;789;p26"/>
            <p:cNvGrpSpPr/>
            <p:nvPr/>
          </p:nvGrpSpPr>
          <p:grpSpPr>
            <a:xfrm>
              <a:off x="339279" y="4327614"/>
              <a:ext cx="483619" cy="561918"/>
              <a:chOff x="170054" y="3050726"/>
              <a:chExt cx="483619" cy="561918"/>
            </a:xfrm>
          </p:grpSpPr>
          <p:sp>
            <p:nvSpPr>
              <p:cNvPr id="790" name="Google Shape;790;p26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6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2" name="Google Shape;792;p26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2617643" y="46915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4" name="Google Shape;794;p26"/>
          <p:cNvGrpSpPr/>
          <p:nvPr/>
        </p:nvGrpSpPr>
        <p:grpSpPr>
          <a:xfrm>
            <a:off x="884020" y="141391"/>
            <a:ext cx="7938171" cy="4604313"/>
            <a:chOff x="884020" y="141391"/>
            <a:chExt cx="7938171" cy="4604313"/>
          </a:xfrm>
        </p:grpSpPr>
        <p:grpSp>
          <p:nvGrpSpPr>
            <p:cNvPr id="795" name="Google Shape;795;p26"/>
            <p:cNvGrpSpPr/>
            <p:nvPr/>
          </p:nvGrpSpPr>
          <p:grpSpPr>
            <a:xfrm>
              <a:off x="884020" y="141391"/>
              <a:ext cx="626912" cy="626965"/>
              <a:chOff x="5734895" y="534991"/>
              <a:chExt cx="626912" cy="626965"/>
            </a:xfrm>
          </p:grpSpPr>
          <p:sp>
            <p:nvSpPr>
              <p:cNvPr id="796" name="Google Shape;796;p26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6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6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9" name="Google Shape;799;p26"/>
            <p:cNvGrpSpPr/>
            <p:nvPr/>
          </p:nvGrpSpPr>
          <p:grpSpPr>
            <a:xfrm>
              <a:off x="8321101" y="4242307"/>
              <a:ext cx="501089" cy="503398"/>
              <a:chOff x="7686551" y="596782"/>
              <a:chExt cx="501089" cy="503398"/>
            </a:xfrm>
          </p:grpSpPr>
          <p:sp>
            <p:nvSpPr>
              <p:cNvPr id="800" name="Google Shape;800;p26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6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6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6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26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26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7" name="Google Shape;807;p27"/>
          <p:cNvGrpSpPr/>
          <p:nvPr/>
        </p:nvGrpSpPr>
        <p:grpSpPr>
          <a:xfrm flipH="1" rot="10800000"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808" name="Google Shape;808;p27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9" name="Google Shape;809;p27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810" name="Google Shape;810;p2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2" name="Google Shape;812;p27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813" name="Google Shape;813;p27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7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5" name="Google Shape;815;p27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816" name="Google Shape;816;p27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7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8" name="Google Shape;818;p27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819" name="Google Shape;819;p27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7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1" name="Google Shape;821;p27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3" name="Google Shape;823;p27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824" name="Google Shape;824;p2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6" name="Google Shape;826;p27"/>
          <p:cNvGrpSpPr/>
          <p:nvPr/>
        </p:nvGrpSpPr>
        <p:grpSpPr>
          <a:xfrm flipH="1" rot="10800000">
            <a:off x="267595" y="375004"/>
            <a:ext cx="8721721" cy="4631349"/>
            <a:chOff x="343795" y="184707"/>
            <a:chExt cx="8721721" cy="4631349"/>
          </a:xfrm>
        </p:grpSpPr>
        <p:grpSp>
          <p:nvGrpSpPr>
            <p:cNvPr id="827" name="Google Shape;827;p27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828" name="Google Shape;828;p2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2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2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2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2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4" name="Google Shape;834;p27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835" name="Google Shape;835;p2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38" name="Google Shape;838;p27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839" name="Google Shape;839;p2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2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6" name="Google Shape;846;p28"/>
          <p:cNvGrpSpPr/>
          <p:nvPr/>
        </p:nvGrpSpPr>
        <p:grpSpPr>
          <a:xfrm flipH="1">
            <a:off x="106668" y="2033166"/>
            <a:ext cx="8955356" cy="2939138"/>
            <a:chOff x="106676" y="2033166"/>
            <a:chExt cx="8955356" cy="2939138"/>
          </a:xfrm>
        </p:grpSpPr>
        <p:grpSp>
          <p:nvGrpSpPr>
            <p:cNvPr id="847" name="Google Shape;847;p28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848" name="Google Shape;848;p28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8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8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8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54" name="Google Shape;854;p28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855" name="Google Shape;855;p28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8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8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58" name="Google Shape;858;p28"/>
          <p:cNvGrpSpPr/>
          <p:nvPr/>
        </p:nvGrpSpPr>
        <p:grpSpPr>
          <a:xfrm flipH="1">
            <a:off x="148789" y="107105"/>
            <a:ext cx="8766908" cy="4928728"/>
            <a:chOff x="253003" y="107105"/>
            <a:chExt cx="8766908" cy="4928728"/>
          </a:xfrm>
        </p:grpSpPr>
        <p:sp>
          <p:nvSpPr>
            <p:cNvPr id="859" name="Google Shape;859;p28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0" name="Google Shape;860;p28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861" name="Google Shape;861;p28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8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3" name="Google Shape;863;p28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864" name="Google Shape;864;p28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8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6" name="Google Shape;866;p28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867" name="Google Shape;867;p28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8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69" name="Google Shape;869;p28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71" name="Google Shape;871;p28"/>
            <p:cNvGrpSpPr/>
            <p:nvPr/>
          </p:nvGrpSpPr>
          <p:grpSpPr>
            <a:xfrm>
              <a:off x="487668" y="2812380"/>
              <a:ext cx="278657" cy="278657"/>
              <a:chOff x="7776818" y="107105"/>
              <a:chExt cx="278657" cy="278657"/>
            </a:xfrm>
          </p:grpSpPr>
          <p:sp>
            <p:nvSpPr>
              <p:cNvPr id="872" name="Google Shape;872;p28"/>
              <p:cNvSpPr/>
              <p:nvPr/>
            </p:nvSpPr>
            <p:spPr>
              <a:xfrm>
                <a:off x="7776818" y="1071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8"/>
              <p:cNvSpPr/>
              <p:nvPr/>
            </p:nvSpPr>
            <p:spPr>
              <a:xfrm>
                <a:off x="79292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30"/>
          <p:cNvSpPr txBox="1"/>
          <p:nvPr>
            <p:ph type="ctrTitle"/>
          </p:nvPr>
        </p:nvSpPr>
        <p:spPr>
          <a:xfrm>
            <a:off x="4404475" y="946300"/>
            <a:ext cx="4026300" cy="27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79" name="Google Shape;879;p30"/>
          <p:cNvSpPr txBox="1"/>
          <p:nvPr>
            <p:ph idx="1" type="subTitle"/>
          </p:nvPr>
        </p:nvSpPr>
        <p:spPr>
          <a:xfrm>
            <a:off x="4404475" y="3721375"/>
            <a:ext cx="4026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880" name="Google Shape;880;p30"/>
          <p:cNvGrpSpPr/>
          <p:nvPr/>
        </p:nvGrpSpPr>
        <p:grpSpPr>
          <a:xfrm>
            <a:off x="192215" y="137314"/>
            <a:ext cx="8798184" cy="4869073"/>
            <a:chOff x="192215" y="137314"/>
            <a:chExt cx="8798184" cy="4869073"/>
          </a:xfrm>
        </p:grpSpPr>
        <p:sp>
          <p:nvSpPr>
            <p:cNvPr id="881" name="Google Shape;881;p30"/>
            <p:cNvSpPr/>
            <p:nvPr/>
          </p:nvSpPr>
          <p:spPr>
            <a:xfrm>
              <a:off x="6157243" y="471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82" name="Google Shape;882;p30"/>
            <p:cNvGrpSpPr/>
            <p:nvPr/>
          </p:nvGrpSpPr>
          <p:grpSpPr>
            <a:xfrm>
              <a:off x="192215" y="972764"/>
              <a:ext cx="354700" cy="354032"/>
              <a:chOff x="197672" y="1050598"/>
              <a:chExt cx="504839" cy="503889"/>
            </a:xfrm>
          </p:grpSpPr>
          <p:sp>
            <p:nvSpPr>
              <p:cNvPr id="883" name="Google Shape;883;p30"/>
              <p:cNvSpPr/>
              <p:nvPr/>
            </p:nvSpPr>
            <p:spPr>
              <a:xfrm>
                <a:off x="450062" y="1302036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0"/>
              <p:cNvSpPr/>
              <p:nvPr/>
            </p:nvSpPr>
            <p:spPr>
              <a:xfrm>
                <a:off x="197672" y="1050598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5" name="Google Shape;885;p30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886" name="Google Shape;886;p30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0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8" name="Google Shape;888;p30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889" name="Google Shape;889;p30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0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91" name="Google Shape;891;p30"/>
            <p:cNvGrpSpPr/>
            <p:nvPr/>
          </p:nvGrpSpPr>
          <p:grpSpPr>
            <a:xfrm>
              <a:off x="3130504" y="137314"/>
              <a:ext cx="483619" cy="561918"/>
              <a:chOff x="170054" y="3050726"/>
              <a:chExt cx="483619" cy="561918"/>
            </a:xfrm>
          </p:grpSpPr>
          <p:sp>
            <p:nvSpPr>
              <p:cNvPr id="892" name="Google Shape;892;p30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30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4" name="Google Shape;894;p30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0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6" name="Google Shape;896;p30"/>
          <p:cNvGrpSpPr/>
          <p:nvPr/>
        </p:nvGrpSpPr>
        <p:grpSpPr>
          <a:xfrm>
            <a:off x="877326" y="137332"/>
            <a:ext cx="8039356" cy="4784724"/>
            <a:chOff x="877326" y="137332"/>
            <a:chExt cx="8039356" cy="4784724"/>
          </a:xfrm>
        </p:grpSpPr>
        <p:grpSp>
          <p:nvGrpSpPr>
            <p:cNvPr id="897" name="Google Shape;897;p30"/>
            <p:cNvGrpSpPr/>
            <p:nvPr/>
          </p:nvGrpSpPr>
          <p:grpSpPr>
            <a:xfrm>
              <a:off x="877326" y="137332"/>
              <a:ext cx="501089" cy="503398"/>
              <a:chOff x="7686551" y="596782"/>
              <a:chExt cx="501089" cy="503398"/>
            </a:xfrm>
          </p:grpSpPr>
          <p:sp>
            <p:nvSpPr>
              <p:cNvPr id="898" name="Google Shape;898;p3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3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3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4" name="Google Shape;904;p30"/>
            <p:cNvGrpSpPr/>
            <p:nvPr/>
          </p:nvGrpSpPr>
          <p:grpSpPr>
            <a:xfrm>
              <a:off x="8289770" y="4295091"/>
              <a:ext cx="626912" cy="626965"/>
              <a:chOff x="5734895" y="534991"/>
              <a:chExt cx="626912" cy="626965"/>
            </a:xfrm>
          </p:grpSpPr>
          <p:sp>
            <p:nvSpPr>
              <p:cNvPr id="905" name="Google Shape;905;p3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1"/>
          <p:cNvSpPr txBox="1"/>
          <p:nvPr>
            <p:ph type="title"/>
          </p:nvPr>
        </p:nvSpPr>
        <p:spPr>
          <a:xfrm>
            <a:off x="1382375" y="2060788"/>
            <a:ext cx="2580300" cy="16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0" name="Google Shape;910;p31"/>
          <p:cNvSpPr txBox="1"/>
          <p:nvPr>
            <p:ph hasCustomPrompt="1"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b="0" sz="72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11" name="Google Shape;911;p31"/>
          <p:cNvSpPr txBox="1"/>
          <p:nvPr>
            <p:ph idx="1" type="subTitle"/>
          </p:nvPr>
        </p:nvSpPr>
        <p:spPr>
          <a:xfrm>
            <a:off x="1382375" y="3607713"/>
            <a:ext cx="2580300" cy="5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12" name="Google Shape;912;p31"/>
          <p:cNvGrpSpPr/>
          <p:nvPr/>
        </p:nvGrpSpPr>
        <p:grpSpPr>
          <a:xfrm>
            <a:off x="147190" y="137226"/>
            <a:ext cx="8843209" cy="4869073"/>
            <a:chOff x="147190" y="137226"/>
            <a:chExt cx="8843209" cy="4869073"/>
          </a:xfrm>
        </p:grpSpPr>
        <p:grpSp>
          <p:nvGrpSpPr>
            <p:cNvPr id="913" name="Google Shape;913;p31"/>
            <p:cNvGrpSpPr/>
            <p:nvPr/>
          </p:nvGrpSpPr>
          <p:grpSpPr>
            <a:xfrm>
              <a:off x="147190" y="137226"/>
              <a:ext cx="8843209" cy="4869073"/>
              <a:chOff x="147190" y="137314"/>
              <a:chExt cx="8843209" cy="4869073"/>
            </a:xfrm>
          </p:grpSpPr>
          <p:grpSp>
            <p:nvGrpSpPr>
              <p:cNvPr id="914" name="Google Shape;914;p31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915" name="Google Shape;915;p31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6" name="Google Shape;916;p31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17" name="Google Shape;917;p31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918" name="Google Shape;918;p31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9" name="Google Shape;919;p31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0" name="Google Shape;920;p31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921" name="Google Shape;921;p31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2" name="Google Shape;922;p31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23" name="Google Shape;923;p31"/>
              <p:cNvGrpSpPr/>
              <p:nvPr/>
            </p:nvGrpSpPr>
            <p:grpSpPr>
              <a:xfrm>
                <a:off x="3130504" y="137314"/>
                <a:ext cx="483619" cy="561918"/>
                <a:chOff x="170054" y="3050726"/>
                <a:chExt cx="483619" cy="561918"/>
              </a:xfrm>
            </p:grpSpPr>
            <p:sp>
              <p:nvSpPr>
                <p:cNvPr id="924" name="Google Shape;924;p31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25" name="Google Shape;925;p31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26" name="Google Shape;926;p31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31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8" name="Google Shape;928;p31"/>
            <p:cNvSpPr/>
            <p:nvPr/>
          </p:nvSpPr>
          <p:spPr>
            <a:xfrm>
              <a:off x="713218" y="2835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9" name="Google Shape;929;p31"/>
          <p:cNvGrpSpPr/>
          <p:nvPr/>
        </p:nvGrpSpPr>
        <p:grpSpPr>
          <a:xfrm>
            <a:off x="192220" y="4295091"/>
            <a:ext cx="626912" cy="626965"/>
            <a:chOff x="5734895" y="534991"/>
            <a:chExt cx="626912" cy="626965"/>
          </a:xfrm>
        </p:grpSpPr>
        <p:sp>
          <p:nvSpPr>
            <p:cNvPr id="930" name="Google Shape;930;p31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1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1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35" name="Google Shape;935;p32"/>
          <p:cNvSpPr txBox="1"/>
          <p:nvPr>
            <p:ph idx="1" type="body"/>
          </p:nvPr>
        </p:nvSpPr>
        <p:spPr>
          <a:xfrm>
            <a:off x="720000" y="1136951"/>
            <a:ext cx="77040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936" name="Google Shape;936;p32"/>
          <p:cNvGrpSpPr/>
          <p:nvPr/>
        </p:nvGrpSpPr>
        <p:grpSpPr>
          <a:xfrm>
            <a:off x="119068" y="85652"/>
            <a:ext cx="8974907" cy="4980997"/>
            <a:chOff x="119068" y="85652"/>
            <a:chExt cx="8974907" cy="4980997"/>
          </a:xfrm>
        </p:grpSpPr>
        <p:sp>
          <p:nvSpPr>
            <p:cNvPr id="937" name="Google Shape;937;p32"/>
            <p:cNvSpPr/>
            <p:nvPr/>
          </p:nvSpPr>
          <p:spPr>
            <a:xfrm>
              <a:off x="5504468" y="19954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8" name="Google Shape;938;p32"/>
            <p:cNvGrpSpPr/>
            <p:nvPr/>
          </p:nvGrpSpPr>
          <p:grpSpPr>
            <a:xfrm>
              <a:off x="7757640" y="85652"/>
              <a:ext cx="354700" cy="354032"/>
              <a:chOff x="197672" y="1375961"/>
              <a:chExt cx="504839" cy="503889"/>
            </a:xfrm>
          </p:grpSpPr>
          <p:sp>
            <p:nvSpPr>
              <p:cNvPr id="939" name="Google Shape;939;p32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32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1" name="Google Shape;941;p32"/>
            <p:cNvGrpSpPr/>
            <p:nvPr/>
          </p:nvGrpSpPr>
          <p:grpSpPr>
            <a:xfrm flipH="1" rot="10800000">
              <a:off x="2176602" y="4784755"/>
              <a:ext cx="539087" cy="232903"/>
              <a:chOff x="5789359" y="3847582"/>
              <a:chExt cx="876421" cy="378643"/>
            </a:xfrm>
          </p:grpSpPr>
          <p:sp>
            <p:nvSpPr>
              <p:cNvPr id="942" name="Google Shape;942;p32"/>
              <p:cNvSpPr/>
              <p:nvPr/>
            </p:nvSpPr>
            <p:spPr>
              <a:xfrm>
                <a:off x="5789359" y="3852206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32"/>
              <p:cNvSpPr/>
              <p:nvPr/>
            </p:nvSpPr>
            <p:spPr>
              <a:xfrm>
                <a:off x="6287201" y="384758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4" name="Google Shape;944;p32"/>
            <p:cNvGrpSpPr/>
            <p:nvPr/>
          </p:nvGrpSpPr>
          <p:grpSpPr>
            <a:xfrm>
              <a:off x="8424011" y="4532301"/>
              <a:ext cx="543705" cy="372711"/>
              <a:chOff x="8600161" y="155726"/>
              <a:chExt cx="543705" cy="372711"/>
            </a:xfrm>
          </p:grpSpPr>
          <p:sp>
            <p:nvSpPr>
              <p:cNvPr id="945" name="Google Shape;945;p32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32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7" name="Google Shape;947;p32"/>
            <p:cNvGrpSpPr/>
            <p:nvPr/>
          </p:nvGrpSpPr>
          <p:grpSpPr>
            <a:xfrm>
              <a:off x="229604" y="182339"/>
              <a:ext cx="483619" cy="561918"/>
              <a:chOff x="170054" y="3050726"/>
              <a:chExt cx="483619" cy="561918"/>
            </a:xfrm>
          </p:grpSpPr>
          <p:sp>
            <p:nvSpPr>
              <p:cNvPr id="948" name="Google Shape;948;p32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9" name="Google Shape;949;p32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50" name="Google Shape;950;p32"/>
            <p:cNvSpPr/>
            <p:nvPr/>
          </p:nvSpPr>
          <p:spPr>
            <a:xfrm>
              <a:off x="8967718" y="18750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2"/>
            <p:cNvSpPr/>
            <p:nvPr/>
          </p:nvSpPr>
          <p:spPr>
            <a:xfrm>
              <a:off x="6221393" y="494039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2" name="Google Shape;952;p32"/>
            <p:cNvGrpSpPr/>
            <p:nvPr/>
          </p:nvGrpSpPr>
          <p:grpSpPr>
            <a:xfrm>
              <a:off x="119068" y="3065992"/>
              <a:ext cx="278657" cy="278657"/>
              <a:chOff x="119068" y="3065992"/>
              <a:chExt cx="278657" cy="278657"/>
            </a:xfrm>
          </p:grpSpPr>
          <p:sp>
            <p:nvSpPr>
              <p:cNvPr id="953" name="Google Shape;953;p32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2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55" name="Google Shape;955;p32"/>
          <p:cNvGrpSpPr/>
          <p:nvPr/>
        </p:nvGrpSpPr>
        <p:grpSpPr>
          <a:xfrm>
            <a:off x="157957" y="833807"/>
            <a:ext cx="8788446" cy="4088249"/>
            <a:chOff x="157957" y="833807"/>
            <a:chExt cx="8788446" cy="4088249"/>
          </a:xfrm>
        </p:grpSpPr>
        <p:grpSp>
          <p:nvGrpSpPr>
            <p:cNvPr id="956" name="Google Shape;956;p32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957" name="Google Shape;957;p3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3" name="Google Shape;963;p32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964" name="Google Shape;964;p3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3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969" name="Google Shape;969;p33"/>
          <p:cNvSpPr txBox="1"/>
          <p:nvPr>
            <p:ph idx="1" type="subTitle"/>
          </p:nvPr>
        </p:nvSpPr>
        <p:spPr>
          <a:xfrm>
            <a:off x="48548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0" name="Google Shape;970;p33"/>
          <p:cNvSpPr txBox="1"/>
          <p:nvPr>
            <p:ph idx="2" type="subTitle"/>
          </p:nvPr>
        </p:nvSpPr>
        <p:spPr>
          <a:xfrm>
            <a:off x="13582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71" name="Google Shape;971;p33"/>
          <p:cNvSpPr txBox="1"/>
          <p:nvPr>
            <p:ph idx="3" type="subTitle"/>
          </p:nvPr>
        </p:nvSpPr>
        <p:spPr>
          <a:xfrm>
            <a:off x="4854805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72" name="Google Shape;972;p33"/>
          <p:cNvSpPr txBox="1"/>
          <p:nvPr>
            <p:ph idx="4" type="subTitle"/>
          </p:nvPr>
        </p:nvSpPr>
        <p:spPr>
          <a:xfrm>
            <a:off x="1358200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973" name="Google Shape;973;p33"/>
          <p:cNvGrpSpPr/>
          <p:nvPr/>
        </p:nvGrpSpPr>
        <p:grpSpPr>
          <a:xfrm>
            <a:off x="106676" y="4468907"/>
            <a:ext cx="501089" cy="503398"/>
            <a:chOff x="7686551" y="596782"/>
            <a:chExt cx="501089" cy="503398"/>
          </a:xfrm>
        </p:grpSpPr>
        <p:sp>
          <p:nvSpPr>
            <p:cNvPr id="974" name="Google Shape;974;p33"/>
            <p:cNvSpPr/>
            <p:nvPr/>
          </p:nvSpPr>
          <p:spPr>
            <a:xfrm>
              <a:off x="7819260" y="596782"/>
              <a:ext cx="368374" cy="368426"/>
            </a:xfrm>
            <a:custGeom>
              <a:rect b="b" l="l" r="r" t="t"/>
              <a:pathLst>
                <a:path extrusionOk="0" fill="none" h="7024" w="7023">
                  <a:moveTo>
                    <a:pt x="0" y="1"/>
                  </a:moveTo>
                  <a:lnTo>
                    <a:pt x="7023" y="1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7686551" y="731799"/>
              <a:ext cx="368426" cy="368374"/>
            </a:xfrm>
            <a:custGeom>
              <a:rect b="b" l="l" r="r" t="t"/>
              <a:pathLst>
                <a:path extrusionOk="0" fill="none" h="7023" w="7024">
                  <a:moveTo>
                    <a:pt x="0" y="0"/>
                  </a:moveTo>
                  <a:lnTo>
                    <a:pt x="7023" y="0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8054936" y="596782"/>
              <a:ext cx="132705" cy="135065"/>
            </a:xfrm>
            <a:custGeom>
              <a:rect b="b" l="l" r="r" t="t"/>
              <a:pathLst>
                <a:path extrusionOk="0" fill="none" h="2575" w="2530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8054936" y="965167"/>
              <a:ext cx="132705" cy="135013"/>
            </a:xfrm>
            <a:custGeom>
              <a:rect b="b" l="l" r="r" t="t"/>
              <a:pathLst>
                <a:path extrusionOk="0" fill="none" h="2574" w="2530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7686551" y="965167"/>
              <a:ext cx="132757" cy="135013"/>
            </a:xfrm>
            <a:custGeom>
              <a:rect b="b" l="l" r="r" t="t"/>
              <a:pathLst>
                <a:path extrusionOk="0" fill="none" h="2574" w="2531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7686551" y="596782"/>
              <a:ext cx="132757" cy="135065"/>
            </a:xfrm>
            <a:custGeom>
              <a:rect b="b" l="l" r="r" t="t"/>
              <a:pathLst>
                <a:path extrusionOk="0" fill="none" h="2575" w="2531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33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981" name="Google Shape;981;p33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2" name="Google Shape;982;p33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983" name="Google Shape;983;p33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3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5" name="Google Shape;985;p33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986" name="Google Shape;986;p33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33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8" name="Google Shape;988;p33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989" name="Google Shape;989;p33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3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1" name="Google Shape;991;p33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3" name="Google Shape;993;p33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994" name="Google Shape;994;p33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33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96" name="Google Shape;996;p33"/>
          <p:cNvGrpSpPr/>
          <p:nvPr/>
        </p:nvGrpSpPr>
        <p:grpSpPr>
          <a:xfrm>
            <a:off x="8423995" y="2090441"/>
            <a:ext cx="626912" cy="626965"/>
            <a:chOff x="5734895" y="534991"/>
            <a:chExt cx="626912" cy="626965"/>
          </a:xfrm>
        </p:grpSpPr>
        <p:sp>
          <p:nvSpPr>
            <p:cNvPr id="997" name="Google Shape;997;p33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002" name="Google Shape;1002;p34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1003" name="Google Shape;1003;p34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1004" name="Google Shape;1004;p3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3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3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3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3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3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0" name="Google Shape;1010;p34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1011" name="Google Shape;1011;p3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3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3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4" name="Google Shape;1014;p34"/>
          <p:cNvGrpSpPr/>
          <p:nvPr/>
        </p:nvGrpSpPr>
        <p:grpSpPr>
          <a:xfrm>
            <a:off x="106668" y="110680"/>
            <a:ext cx="8913243" cy="4779419"/>
            <a:chOff x="106668" y="110680"/>
            <a:chExt cx="8913243" cy="4779419"/>
          </a:xfrm>
        </p:grpSpPr>
        <p:sp>
          <p:nvSpPr>
            <p:cNvPr id="1015" name="Google Shape;1015;p34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16" name="Google Shape;1016;p34"/>
            <p:cNvGrpSpPr/>
            <p:nvPr/>
          </p:nvGrpSpPr>
          <p:grpSpPr>
            <a:xfrm>
              <a:off x="253003" y="110687"/>
              <a:ext cx="583300" cy="394174"/>
              <a:chOff x="197672" y="1193582"/>
              <a:chExt cx="830202" cy="561021"/>
            </a:xfrm>
          </p:grpSpPr>
          <p:sp>
            <p:nvSpPr>
              <p:cNvPr id="1017" name="Google Shape;1017;p34"/>
              <p:cNvSpPr/>
              <p:nvPr/>
            </p:nvSpPr>
            <p:spPr>
              <a:xfrm>
                <a:off x="775425" y="1193582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3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9" name="Google Shape;1019;p34"/>
            <p:cNvGrpSpPr/>
            <p:nvPr/>
          </p:nvGrpSpPr>
          <p:grpSpPr>
            <a:xfrm>
              <a:off x="8622852" y="4453319"/>
              <a:ext cx="310487" cy="310526"/>
              <a:chOff x="4404421" y="3865912"/>
              <a:chExt cx="504774" cy="504839"/>
            </a:xfrm>
          </p:grpSpPr>
          <p:sp>
            <p:nvSpPr>
              <p:cNvPr id="1020" name="Google Shape;1020;p34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34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22" name="Google Shape;1022;p34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023" name="Google Shape;1023;p34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34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5" name="Google Shape;1025;p34"/>
            <p:cNvSpPr/>
            <p:nvPr/>
          </p:nvSpPr>
          <p:spPr>
            <a:xfrm>
              <a:off x="5813005" y="476384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4"/>
            <p:cNvSpPr/>
            <p:nvPr/>
          </p:nvSpPr>
          <p:spPr>
            <a:xfrm>
              <a:off x="6297993" y="1106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7" name="Google Shape;1027;p34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028" name="Google Shape;1028;p34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34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0" name="Google Shape;1030;p34"/>
            <p:cNvSpPr/>
            <p:nvPr/>
          </p:nvSpPr>
          <p:spPr>
            <a:xfrm>
              <a:off x="2529005" y="474474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1" name="Google Shape;1031;p34"/>
          <p:cNvSpPr/>
          <p:nvPr/>
        </p:nvSpPr>
        <p:spPr>
          <a:xfrm>
            <a:off x="5939255" y="4879817"/>
            <a:ext cx="126257" cy="126257"/>
          </a:xfrm>
          <a:custGeom>
            <a:rect b="b" l="l" r="r" t="t"/>
            <a:pathLst>
              <a:path extrusionOk="0" h="1993" w="1993">
                <a:moveTo>
                  <a:pt x="394" y="0"/>
                </a:moveTo>
                <a:cubicBezTo>
                  <a:pt x="175" y="0"/>
                  <a:pt x="1" y="175"/>
                  <a:pt x="1" y="393"/>
                </a:cubicBezTo>
                <a:lnTo>
                  <a:pt x="1" y="1585"/>
                </a:lnTo>
                <a:cubicBezTo>
                  <a:pt x="1" y="1818"/>
                  <a:pt x="175" y="1992"/>
                  <a:pt x="394" y="1992"/>
                </a:cubicBezTo>
                <a:lnTo>
                  <a:pt x="1586" y="1992"/>
                </a:lnTo>
                <a:cubicBezTo>
                  <a:pt x="1804" y="1992"/>
                  <a:pt x="1993" y="1818"/>
                  <a:pt x="1993" y="1585"/>
                </a:cubicBezTo>
                <a:lnTo>
                  <a:pt x="1993" y="393"/>
                </a:lnTo>
                <a:cubicBezTo>
                  <a:pt x="1993" y="175"/>
                  <a:pt x="1804" y="0"/>
                  <a:pt x="158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34" name="Google Shape;1034;p35"/>
          <p:cNvSpPr txBox="1"/>
          <p:nvPr>
            <p:ph idx="1" type="body"/>
          </p:nvPr>
        </p:nvSpPr>
        <p:spPr>
          <a:xfrm>
            <a:off x="1306650" y="1116500"/>
            <a:ext cx="6530700" cy="16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>
                <a:solidFill>
                  <a:srgbClr val="434343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>
                <a:solidFill>
                  <a:srgbClr val="434343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1035" name="Google Shape;1035;p35"/>
          <p:cNvGrpSpPr/>
          <p:nvPr/>
        </p:nvGrpSpPr>
        <p:grpSpPr>
          <a:xfrm>
            <a:off x="119068" y="85652"/>
            <a:ext cx="8974907" cy="4980997"/>
            <a:chOff x="119068" y="85652"/>
            <a:chExt cx="8974907" cy="4980997"/>
          </a:xfrm>
        </p:grpSpPr>
        <p:sp>
          <p:nvSpPr>
            <p:cNvPr id="1036" name="Google Shape;1036;p35"/>
            <p:cNvSpPr/>
            <p:nvPr/>
          </p:nvSpPr>
          <p:spPr>
            <a:xfrm>
              <a:off x="5504468" y="19954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7" name="Google Shape;1037;p35"/>
            <p:cNvGrpSpPr/>
            <p:nvPr/>
          </p:nvGrpSpPr>
          <p:grpSpPr>
            <a:xfrm>
              <a:off x="7757640" y="85652"/>
              <a:ext cx="354700" cy="354032"/>
              <a:chOff x="197672" y="1375961"/>
              <a:chExt cx="504839" cy="503889"/>
            </a:xfrm>
          </p:grpSpPr>
          <p:sp>
            <p:nvSpPr>
              <p:cNvPr id="1038" name="Google Shape;1038;p3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0" name="Google Shape;1040;p35"/>
            <p:cNvGrpSpPr/>
            <p:nvPr/>
          </p:nvGrpSpPr>
          <p:grpSpPr>
            <a:xfrm flipH="1" rot="10800000">
              <a:off x="2176602" y="4784755"/>
              <a:ext cx="539087" cy="232903"/>
              <a:chOff x="5789359" y="3847582"/>
              <a:chExt cx="876421" cy="378643"/>
            </a:xfrm>
          </p:grpSpPr>
          <p:sp>
            <p:nvSpPr>
              <p:cNvPr id="1041" name="Google Shape;1041;p35"/>
              <p:cNvSpPr/>
              <p:nvPr/>
            </p:nvSpPr>
            <p:spPr>
              <a:xfrm>
                <a:off x="5789359" y="3852206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35"/>
              <p:cNvSpPr/>
              <p:nvPr/>
            </p:nvSpPr>
            <p:spPr>
              <a:xfrm>
                <a:off x="6287201" y="384758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3" name="Google Shape;1043;p35"/>
            <p:cNvGrpSpPr/>
            <p:nvPr/>
          </p:nvGrpSpPr>
          <p:grpSpPr>
            <a:xfrm>
              <a:off x="8424011" y="4532301"/>
              <a:ext cx="543705" cy="372711"/>
              <a:chOff x="8600161" y="155726"/>
              <a:chExt cx="543705" cy="372711"/>
            </a:xfrm>
          </p:grpSpPr>
          <p:sp>
            <p:nvSpPr>
              <p:cNvPr id="1044" name="Google Shape;1044;p35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5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6" name="Google Shape;1046;p35"/>
            <p:cNvGrpSpPr/>
            <p:nvPr/>
          </p:nvGrpSpPr>
          <p:grpSpPr>
            <a:xfrm>
              <a:off x="229604" y="182339"/>
              <a:ext cx="483619" cy="561918"/>
              <a:chOff x="170054" y="3050726"/>
              <a:chExt cx="483619" cy="561918"/>
            </a:xfrm>
          </p:grpSpPr>
          <p:sp>
            <p:nvSpPr>
              <p:cNvPr id="1047" name="Google Shape;1047;p35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5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49" name="Google Shape;1049;p35"/>
            <p:cNvSpPr/>
            <p:nvPr/>
          </p:nvSpPr>
          <p:spPr>
            <a:xfrm>
              <a:off x="8967718" y="18750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5"/>
            <p:cNvSpPr/>
            <p:nvPr/>
          </p:nvSpPr>
          <p:spPr>
            <a:xfrm>
              <a:off x="6221393" y="494039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51" name="Google Shape;1051;p35"/>
            <p:cNvGrpSpPr/>
            <p:nvPr/>
          </p:nvGrpSpPr>
          <p:grpSpPr>
            <a:xfrm>
              <a:off x="119068" y="3065992"/>
              <a:ext cx="278657" cy="278657"/>
              <a:chOff x="119068" y="3065992"/>
              <a:chExt cx="278657" cy="278657"/>
            </a:xfrm>
          </p:grpSpPr>
          <p:sp>
            <p:nvSpPr>
              <p:cNvPr id="1052" name="Google Shape;1052;p35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5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4" name="Google Shape;1054;p35"/>
          <p:cNvGrpSpPr/>
          <p:nvPr/>
        </p:nvGrpSpPr>
        <p:grpSpPr>
          <a:xfrm>
            <a:off x="157957" y="833807"/>
            <a:ext cx="8788446" cy="4088249"/>
            <a:chOff x="157957" y="833807"/>
            <a:chExt cx="8788446" cy="4088249"/>
          </a:xfrm>
        </p:grpSpPr>
        <p:grpSp>
          <p:nvGrpSpPr>
            <p:cNvPr id="1055" name="Google Shape;1055;p35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1056" name="Google Shape;1056;p3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3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3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3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3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3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2" name="Google Shape;1062;p35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1063" name="Google Shape;1063;p3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36"/>
          <p:cNvSpPr txBox="1"/>
          <p:nvPr>
            <p:ph type="title"/>
          </p:nvPr>
        </p:nvSpPr>
        <p:spPr>
          <a:xfrm>
            <a:off x="4038500" y="1542925"/>
            <a:ext cx="4392300" cy="225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068" name="Google Shape;1068;p36"/>
          <p:cNvGrpSpPr/>
          <p:nvPr/>
        </p:nvGrpSpPr>
        <p:grpSpPr>
          <a:xfrm>
            <a:off x="157957" y="4295091"/>
            <a:ext cx="626912" cy="626965"/>
            <a:chOff x="5734895" y="534991"/>
            <a:chExt cx="626912" cy="626965"/>
          </a:xfrm>
        </p:grpSpPr>
        <p:sp>
          <p:nvSpPr>
            <p:cNvPr id="1069" name="Google Shape;1069;p36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6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2" name="Google Shape;1072;p36"/>
          <p:cNvGrpSpPr/>
          <p:nvPr/>
        </p:nvGrpSpPr>
        <p:grpSpPr>
          <a:xfrm>
            <a:off x="8284032" y="479641"/>
            <a:ext cx="626912" cy="626965"/>
            <a:chOff x="5734895" y="534991"/>
            <a:chExt cx="626912" cy="626965"/>
          </a:xfrm>
        </p:grpSpPr>
        <p:sp>
          <p:nvSpPr>
            <p:cNvPr id="1073" name="Google Shape;1073;p36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6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6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6" name="Google Shape;1076;p36"/>
          <p:cNvGrpSpPr/>
          <p:nvPr/>
        </p:nvGrpSpPr>
        <p:grpSpPr>
          <a:xfrm>
            <a:off x="119068" y="81194"/>
            <a:ext cx="8848649" cy="4996144"/>
            <a:chOff x="119068" y="81194"/>
            <a:chExt cx="8848649" cy="4996144"/>
          </a:xfrm>
        </p:grpSpPr>
        <p:grpSp>
          <p:nvGrpSpPr>
            <p:cNvPr id="1077" name="Google Shape;1077;p36"/>
            <p:cNvGrpSpPr/>
            <p:nvPr/>
          </p:nvGrpSpPr>
          <p:grpSpPr>
            <a:xfrm>
              <a:off x="119068" y="81194"/>
              <a:ext cx="8848649" cy="4996144"/>
              <a:chOff x="119068" y="81194"/>
              <a:chExt cx="8848649" cy="4996144"/>
            </a:xfrm>
          </p:grpSpPr>
          <p:sp>
            <p:nvSpPr>
              <p:cNvPr id="1078" name="Google Shape;1078;p36"/>
              <p:cNvSpPr/>
              <p:nvPr/>
            </p:nvSpPr>
            <p:spPr>
              <a:xfrm>
                <a:off x="3228143" y="81194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89"/>
                      <a:pt x="1" y="407"/>
                    </a:cubicBezTo>
                    <a:lnTo>
                      <a:pt x="1" y="1600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600"/>
                    </a:cubicBezTo>
                    <a:lnTo>
                      <a:pt x="1993" y="407"/>
                    </a:lnTo>
                    <a:cubicBezTo>
                      <a:pt x="1993" y="189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79" name="Google Shape;1079;p36"/>
              <p:cNvGrpSpPr/>
              <p:nvPr/>
            </p:nvGrpSpPr>
            <p:grpSpPr>
              <a:xfrm>
                <a:off x="6843240" y="238052"/>
                <a:ext cx="354700" cy="354032"/>
                <a:chOff x="-1103780" y="1592869"/>
                <a:chExt cx="504839" cy="503889"/>
              </a:xfrm>
            </p:grpSpPr>
            <p:sp>
              <p:nvSpPr>
                <p:cNvPr id="1080" name="Google Shape;1080;p36"/>
                <p:cNvSpPr/>
                <p:nvPr/>
              </p:nvSpPr>
              <p:spPr>
                <a:xfrm>
                  <a:off x="-851390" y="1844308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36"/>
                <p:cNvSpPr/>
                <p:nvPr/>
              </p:nvSpPr>
              <p:spPr>
                <a:xfrm>
                  <a:off x="-1103780" y="1592869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2" name="Google Shape;1082;p36"/>
              <p:cNvGrpSpPr/>
              <p:nvPr/>
            </p:nvGrpSpPr>
            <p:grpSpPr>
              <a:xfrm flipH="1" rot="10800000">
                <a:off x="2482824" y="4784755"/>
                <a:ext cx="336970" cy="292584"/>
                <a:chOff x="6287201" y="3750556"/>
                <a:chExt cx="547830" cy="475669"/>
              </a:xfrm>
            </p:grpSpPr>
            <p:sp>
              <p:nvSpPr>
                <p:cNvPr id="1083" name="Google Shape;1083;p36"/>
                <p:cNvSpPr/>
                <p:nvPr/>
              </p:nvSpPr>
              <p:spPr>
                <a:xfrm>
                  <a:off x="6582645" y="3750556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36"/>
                <p:cNvSpPr/>
                <p:nvPr/>
              </p:nvSpPr>
              <p:spPr>
                <a:xfrm>
                  <a:off x="6287201" y="384758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5" name="Google Shape;1085;p36"/>
              <p:cNvGrpSpPr/>
              <p:nvPr/>
            </p:nvGrpSpPr>
            <p:grpSpPr>
              <a:xfrm>
                <a:off x="8424011" y="4532301"/>
                <a:ext cx="543705" cy="372711"/>
                <a:chOff x="8600161" y="155726"/>
                <a:chExt cx="543705" cy="372711"/>
              </a:xfrm>
            </p:grpSpPr>
            <p:sp>
              <p:nvSpPr>
                <p:cNvPr id="1086" name="Google Shape;1086;p36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36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88" name="Google Shape;1088;p36"/>
              <p:cNvGrpSpPr/>
              <p:nvPr/>
            </p:nvGrpSpPr>
            <p:grpSpPr>
              <a:xfrm>
                <a:off x="229604" y="182339"/>
                <a:ext cx="483619" cy="561918"/>
                <a:chOff x="170054" y="3050726"/>
                <a:chExt cx="483619" cy="561918"/>
              </a:xfrm>
            </p:grpSpPr>
            <p:sp>
              <p:nvSpPr>
                <p:cNvPr id="1089" name="Google Shape;1089;p36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0" name="Google Shape;1090;p36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91" name="Google Shape;1091;p36"/>
              <p:cNvSpPr/>
              <p:nvPr/>
            </p:nvSpPr>
            <p:spPr>
              <a:xfrm>
                <a:off x="8434318" y="233225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36"/>
              <p:cNvSpPr/>
              <p:nvPr/>
            </p:nvSpPr>
            <p:spPr>
              <a:xfrm>
                <a:off x="62213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093" name="Google Shape;1093;p36"/>
              <p:cNvGrpSpPr/>
              <p:nvPr/>
            </p:nvGrpSpPr>
            <p:grpSpPr>
              <a:xfrm>
                <a:off x="119068" y="3065992"/>
                <a:ext cx="278657" cy="278657"/>
                <a:chOff x="119068" y="3065992"/>
                <a:chExt cx="278657" cy="278657"/>
              </a:xfrm>
            </p:grpSpPr>
            <p:sp>
              <p:nvSpPr>
                <p:cNvPr id="1094" name="Google Shape;1094;p36"/>
                <p:cNvSpPr/>
                <p:nvPr/>
              </p:nvSpPr>
              <p:spPr>
                <a:xfrm>
                  <a:off x="119068" y="3065992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4" y="0"/>
                      </a:moveTo>
                      <a:cubicBezTo>
                        <a:pt x="175" y="0"/>
                        <a:pt x="1" y="175"/>
                        <a:pt x="1" y="393"/>
                      </a:cubicBezTo>
                      <a:lnTo>
                        <a:pt x="1" y="1585"/>
                      </a:lnTo>
                      <a:cubicBezTo>
                        <a:pt x="1" y="1818"/>
                        <a:pt x="175" y="1992"/>
                        <a:pt x="394" y="1992"/>
                      </a:cubicBezTo>
                      <a:lnTo>
                        <a:pt x="1586" y="1992"/>
                      </a:lnTo>
                      <a:cubicBezTo>
                        <a:pt x="1804" y="1992"/>
                        <a:pt x="1993" y="1818"/>
                        <a:pt x="1993" y="1585"/>
                      </a:cubicBezTo>
                      <a:lnTo>
                        <a:pt x="1993" y="393"/>
                      </a:lnTo>
                      <a:cubicBezTo>
                        <a:pt x="1993" y="175"/>
                        <a:pt x="1804" y="0"/>
                        <a:pt x="15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5" name="Google Shape;1095;p36"/>
                <p:cNvSpPr/>
                <p:nvPr/>
              </p:nvSpPr>
              <p:spPr>
                <a:xfrm>
                  <a:off x="271468" y="3218392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4" y="0"/>
                      </a:moveTo>
                      <a:cubicBezTo>
                        <a:pt x="175" y="0"/>
                        <a:pt x="1" y="175"/>
                        <a:pt x="1" y="393"/>
                      </a:cubicBezTo>
                      <a:lnTo>
                        <a:pt x="1" y="1585"/>
                      </a:lnTo>
                      <a:cubicBezTo>
                        <a:pt x="1" y="1818"/>
                        <a:pt x="175" y="1992"/>
                        <a:pt x="394" y="1992"/>
                      </a:cubicBezTo>
                      <a:lnTo>
                        <a:pt x="1586" y="1992"/>
                      </a:lnTo>
                      <a:cubicBezTo>
                        <a:pt x="1804" y="1992"/>
                        <a:pt x="1993" y="1818"/>
                        <a:pt x="1993" y="1585"/>
                      </a:cubicBezTo>
                      <a:lnTo>
                        <a:pt x="1993" y="393"/>
                      </a:lnTo>
                      <a:cubicBezTo>
                        <a:pt x="1993" y="175"/>
                        <a:pt x="1804" y="0"/>
                        <a:pt x="15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1096" name="Google Shape;1096;p36"/>
            <p:cNvSpPr/>
            <p:nvPr/>
          </p:nvSpPr>
          <p:spPr>
            <a:xfrm>
              <a:off x="3538118" y="15446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37"/>
          <p:cNvSpPr txBox="1"/>
          <p:nvPr>
            <p:ph type="title"/>
          </p:nvPr>
        </p:nvSpPr>
        <p:spPr>
          <a:xfrm>
            <a:off x="855075" y="669600"/>
            <a:ext cx="3244200" cy="223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099" name="Google Shape;1099;p37"/>
          <p:cNvSpPr txBox="1"/>
          <p:nvPr>
            <p:ph idx="1" type="subTitle"/>
          </p:nvPr>
        </p:nvSpPr>
        <p:spPr>
          <a:xfrm>
            <a:off x="855075" y="2904875"/>
            <a:ext cx="3244200" cy="1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1100" name="Google Shape;1100;p37"/>
          <p:cNvSpPr/>
          <p:nvPr>
            <p:ph idx="2" type="pic"/>
          </p:nvPr>
        </p:nvSpPr>
        <p:spPr>
          <a:xfrm>
            <a:off x="4677775" y="722850"/>
            <a:ext cx="3753000" cy="3697800"/>
          </a:xfrm>
          <a:prstGeom prst="ellipse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01" name="Google Shape;1101;p37"/>
          <p:cNvGrpSpPr/>
          <p:nvPr/>
        </p:nvGrpSpPr>
        <p:grpSpPr>
          <a:xfrm flipH="1" rot="10800000">
            <a:off x="157957" y="230245"/>
            <a:ext cx="8788446" cy="4088249"/>
            <a:chOff x="157957" y="833807"/>
            <a:chExt cx="8788446" cy="4088249"/>
          </a:xfrm>
        </p:grpSpPr>
        <p:grpSp>
          <p:nvGrpSpPr>
            <p:cNvPr id="1102" name="Google Shape;1102;p37"/>
            <p:cNvGrpSpPr/>
            <p:nvPr/>
          </p:nvGrpSpPr>
          <p:grpSpPr>
            <a:xfrm>
              <a:off x="8445314" y="833807"/>
              <a:ext cx="501089" cy="503398"/>
              <a:chOff x="7686551" y="596782"/>
              <a:chExt cx="501089" cy="503398"/>
            </a:xfrm>
          </p:grpSpPr>
          <p:sp>
            <p:nvSpPr>
              <p:cNvPr id="1103" name="Google Shape;1103;p3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3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3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3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9" name="Google Shape;1109;p37"/>
            <p:cNvGrpSpPr/>
            <p:nvPr/>
          </p:nvGrpSpPr>
          <p:grpSpPr>
            <a:xfrm>
              <a:off x="157957" y="4295091"/>
              <a:ext cx="626912" cy="626965"/>
              <a:chOff x="5734895" y="534991"/>
              <a:chExt cx="626912" cy="626965"/>
            </a:xfrm>
          </p:grpSpPr>
          <p:sp>
            <p:nvSpPr>
              <p:cNvPr id="1110" name="Google Shape;1110;p3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3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3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3" name="Google Shape;1113;p37"/>
          <p:cNvGrpSpPr/>
          <p:nvPr/>
        </p:nvGrpSpPr>
        <p:grpSpPr>
          <a:xfrm>
            <a:off x="119068" y="85652"/>
            <a:ext cx="8974907" cy="4959230"/>
            <a:chOff x="119068" y="85652"/>
            <a:chExt cx="8974907" cy="4959230"/>
          </a:xfrm>
        </p:grpSpPr>
        <p:sp>
          <p:nvSpPr>
            <p:cNvPr id="1114" name="Google Shape;1114;p37"/>
            <p:cNvSpPr/>
            <p:nvPr/>
          </p:nvSpPr>
          <p:spPr>
            <a:xfrm flipH="1" rot="10800000">
              <a:off x="1801593" y="16185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15" name="Google Shape;1115;p37"/>
            <p:cNvGrpSpPr/>
            <p:nvPr/>
          </p:nvGrpSpPr>
          <p:grpSpPr>
            <a:xfrm>
              <a:off x="4677777" y="4734355"/>
              <a:ext cx="310487" cy="310526"/>
              <a:chOff x="4404421" y="3865912"/>
              <a:chExt cx="504774" cy="504839"/>
            </a:xfrm>
          </p:grpSpPr>
          <p:sp>
            <p:nvSpPr>
              <p:cNvPr id="1116" name="Google Shape;1116;p37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7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8" name="Google Shape;1118;p37"/>
            <p:cNvGrpSpPr/>
            <p:nvPr/>
          </p:nvGrpSpPr>
          <p:grpSpPr>
            <a:xfrm flipH="1" rot="10800000">
              <a:off x="8424011" y="247289"/>
              <a:ext cx="543705" cy="372711"/>
              <a:chOff x="8600161" y="155726"/>
              <a:chExt cx="543705" cy="372711"/>
            </a:xfrm>
          </p:grpSpPr>
          <p:sp>
            <p:nvSpPr>
              <p:cNvPr id="1119" name="Google Shape;1119;p37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7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37"/>
            <p:cNvGrpSpPr/>
            <p:nvPr/>
          </p:nvGrpSpPr>
          <p:grpSpPr>
            <a:xfrm flipH="1" rot="10800000">
              <a:off x="229604" y="4408044"/>
              <a:ext cx="483619" cy="561918"/>
              <a:chOff x="170054" y="3050726"/>
              <a:chExt cx="483619" cy="561918"/>
            </a:xfrm>
          </p:grpSpPr>
          <p:sp>
            <p:nvSpPr>
              <p:cNvPr id="1122" name="Google Shape;1122;p37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7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4" name="Google Shape;1124;p37"/>
            <p:cNvSpPr/>
            <p:nvPr/>
          </p:nvSpPr>
          <p:spPr>
            <a:xfrm flipH="1" rot="10800000">
              <a:off x="8967718" y="315098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5" name="Google Shape;1125;p37"/>
            <p:cNvGrpSpPr/>
            <p:nvPr/>
          </p:nvGrpSpPr>
          <p:grpSpPr>
            <a:xfrm flipH="1" rot="10800000">
              <a:off x="5195018" y="85652"/>
              <a:ext cx="278657" cy="278657"/>
              <a:chOff x="3630593" y="4787992"/>
              <a:chExt cx="278657" cy="278657"/>
            </a:xfrm>
          </p:grpSpPr>
          <p:sp>
            <p:nvSpPr>
              <p:cNvPr id="1126" name="Google Shape;1126;p37"/>
              <p:cNvSpPr/>
              <p:nvPr/>
            </p:nvSpPr>
            <p:spPr>
              <a:xfrm>
                <a:off x="3630593" y="4787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7"/>
              <p:cNvSpPr/>
              <p:nvPr/>
            </p:nvSpPr>
            <p:spPr>
              <a:xfrm>
                <a:off x="37829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8" name="Google Shape;1128;p37"/>
            <p:cNvGrpSpPr/>
            <p:nvPr/>
          </p:nvGrpSpPr>
          <p:grpSpPr>
            <a:xfrm flipH="1" rot="10800000">
              <a:off x="119068" y="1807652"/>
              <a:ext cx="278657" cy="278657"/>
              <a:chOff x="119068" y="3065992"/>
              <a:chExt cx="278657" cy="278657"/>
            </a:xfrm>
          </p:grpSpPr>
          <p:sp>
            <p:nvSpPr>
              <p:cNvPr id="1129" name="Google Shape;1129;p37"/>
              <p:cNvSpPr/>
              <p:nvPr/>
            </p:nvSpPr>
            <p:spPr>
              <a:xfrm>
                <a:off x="119068" y="3065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37"/>
              <p:cNvSpPr/>
              <p:nvPr/>
            </p:nvSpPr>
            <p:spPr>
              <a:xfrm>
                <a:off x="271468" y="3218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1" name="Google Shape;1131;p37"/>
            <p:cNvGrpSpPr/>
            <p:nvPr/>
          </p:nvGrpSpPr>
          <p:grpSpPr>
            <a:xfrm rot="10800000">
              <a:off x="7558543" y="4700152"/>
              <a:ext cx="278657" cy="278657"/>
              <a:chOff x="3630593" y="4787992"/>
              <a:chExt cx="278657" cy="278657"/>
            </a:xfrm>
          </p:grpSpPr>
          <p:sp>
            <p:nvSpPr>
              <p:cNvPr id="1132" name="Google Shape;1132;p37"/>
              <p:cNvSpPr/>
              <p:nvPr/>
            </p:nvSpPr>
            <p:spPr>
              <a:xfrm>
                <a:off x="3630593" y="47879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37"/>
              <p:cNvSpPr/>
              <p:nvPr/>
            </p:nvSpPr>
            <p:spPr>
              <a:xfrm>
                <a:off x="3782993" y="4940392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38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6" name="Google Shape;1136;p38"/>
          <p:cNvSpPr txBox="1"/>
          <p:nvPr>
            <p:ph type="title"/>
          </p:nvPr>
        </p:nvSpPr>
        <p:spPr>
          <a:xfrm>
            <a:off x="837050" y="3359100"/>
            <a:ext cx="3750600" cy="11706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39"/>
          <p:cNvSpPr txBox="1"/>
          <p:nvPr>
            <p:ph hasCustomPrompt="1" type="title"/>
          </p:nvPr>
        </p:nvSpPr>
        <p:spPr>
          <a:xfrm>
            <a:off x="1284000" y="1693350"/>
            <a:ext cx="6576000" cy="11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39" name="Google Shape;1139;p39"/>
          <p:cNvSpPr txBox="1"/>
          <p:nvPr>
            <p:ph idx="1" type="subTitle"/>
          </p:nvPr>
        </p:nvSpPr>
        <p:spPr>
          <a:xfrm>
            <a:off x="1284000" y="31015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40" name="Google Shape;1140;p39"/>
          <p:cNvGrpSpPr/>
          <p:nvPr/>
        </p:nvGrpSpPr>
        <p:grpSpPr>
          <a:xfrm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1141" name="Google Shape;1141;p39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42" name="Google Shape;1142;p39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1143" name="Google Shape;1143;p39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9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5" name="Google Shape;1145;p39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1146" name="Google Shape;1146;p39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9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48" name="Google Shape;1148;p39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149" name="Google Shape;1149;p39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9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1" name="Google Shape;1151;p39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1152" name="Google Shape;1152;p39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9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4" name="Google Shape;1154;p39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9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6" name="Google Shape;1156;p39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1157" name="Google Shape;1157;p39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39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59" name="Google Shape;1159;p39"/>
          <p:cNvGrpSpPr/>
          <p:nvPr/>
        </p:nvGrpSpPr>
        <p:grpSpPr>
          <a:xfrm>
            <a:off x="267595" y="184707"/>
            <a:ext cx="8721721" cy="4631349"/>
            <a:chOff x="343795" y="184707"/>
            <a:chExt cx="8721721" cy="4631349"/>
          </a:xfrm>
        </p:grpSpPr>
        <p:grpSp>
          <p:nvGrpSpPr>
            <p:cNvPr id="1160" name="Google Shape;1160;p39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1161" name="Google Shape;1161;p39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9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9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39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39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39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7" name="Google Shape;1167;p39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1168" name="Google Shape;1168;p39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39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9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1" name="Google Shape;1171;p39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1172" name="Google Shape;1172;p39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39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39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9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39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39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181" name="Google Shape;1181;p41"/>
          <p:cNvSpPr txBox="1"/>
          <p:nvPr>
            <p:ph idx="1" type="subTitle"/>
          </p:nvPr>
        </p:nvSpPr>
        <p:spPr>
          <a:xfrm>
            <a:off x="837825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2" name="Google Shape;1182;p41"/>
          <p:cNvSpPr txBox="1"/>
          <p:nvPr>
            <p:ph idx="2" type="subTitle"/>
          </p:nvPr>
        </p:nvSpPr>
        <p:spPr>
          <a:xfrm>
            <a:off x="4558249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3" name="Google Shape;1183;p41"/>
          <p:cNvSpPr txBox="1"/>
          <p:nvPr>
            <p:ph idx="3" type="subTitle"/>
          </p:nvPr>
        </p:nvSpPr>
        <p:spPr>
          <a:xfrm>
            <a:off x="837825" y="386470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4" name="Google Shape;1184;p41"/>
          <p:cNvSpPr txBox="1"/>
          <p:nvPr>
            <p:ph idx="4" type="subTitle"/>
          </p:nvPr>
        </p:nvSpPr>
        <p:spPr>
          <a:xfrm>
            <a:off x="4558249" y="386470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5" name="Google Shape;1185;p41"/>
          <p:cNvSpPr txBox="1"/>
          <p:nvPr>
            <p:ph hasCustomPrompt="1" idx="5" type="title"/>
          </p:nvPr>
        </p:nvSpPr>
        <p:spPr>
          <a:xfrm>
            <a:off x="837826" y="126857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6" name="Google Shape;1186;p41"/>
          <p:cNvSpPr txBox="1"/>
          <p:nvPr>
            <p:ph hasCustomPrompt="1" idx="6" type="title"/>
          </p:nvPr>
        </p:nvSpPr>
        <p:spPr>
          <a:xfrm>
            <a:off x="837826" y="296477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7" name="Google Shape;1187;p41"/>
          <p:cNvSpPr txBox="1"/>
          <p:nvPr>
            <p:ph hasCustomPrompt="1" idx="7" type="title"/>
          </p:nvPr>
        </p:nvSpPr>
        <p:spPr>
          <a:xfrm>
            <a:off x="4558251" y="1268575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8" name="Google Shape;1188;p41"/>
          <p:cNvSpPr txBox="1"/>
          <p:nvPr>
            <p:ph hasCustomPrompt="1" idx="8" type="title"/>
          </p:nvPr>
        </p:nvSpPr>
        <p:spPr>
          <a:xfrm>
            <a:off x="4558251" y="2964771"/>
            <a:ext cx="954600" cy="6402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600">
                <a:latin typeface="Be Vietnam Pro Black"/>
                <a:ea typeface="Be Vietnam Pro Black"/>
                <a:cs typeface="Be Vietnam Pro Black"/>
                <a:sym typeface="Be Vietnam Pr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9" name="Google Shape;1189;p41"/>
          <p:cNvSpPr txBox="1"/>
          <p:nvPr>
            <p:ph idx="9" type="subTitle"/>
          </p:nvPr>
        </p:nvSpPr>
        <p:spPr>
          <a:xfrm>
            <a:off x="837825" y="182567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0" name="Google Shape;1190;p41"/>
          <p:cNvSpPr txBox="1"/>
          <p:nvPr>
            <p:ph idx="13" type="subTitle"/>
          </p:nvPr>
        </p:nvSpPr>
        <p:spPr>
          <a:xfrm>
            <a:off x="4558250" y="1825675"/>
            <a:ext cx="31314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1" name="Google Shape;1191;p41"/>
          <p:cNvSpPr txBox="1"/>
          <p:nvPr>
            <p:ph idx="14" type="subTitle"/>
          </p:nvPr>
        </p:nvSpPr>
        <p:spPr>
          <a:xfrm>
            <a:off x="837825" y="352182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2" name="Google Shape;1192;p41"/>
          <p:cNvSpPr txBox="1"/>
          <p:nvPr>
            <p:ph idx="15" type="subTitle"/>
          </p:nvPr>
        </p:nvSpPr>
        <p:spPr>
          <a:xfrm>
            <a:off x="4558251" y="3521825"/>
            <a:ext cx="2919300" cy="4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193" name="Google Shape;1193;p41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1194" name="Google Shape;1194;p41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1195" name="Google Shape;1195;p4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4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4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1" name="Google Shape;1201;p41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1202" name="Google Shape;1202;p41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1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1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05" name="Google Shape;1205;p41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1206" name="Google Shape;1206;p41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7" name="Google Shape;1207;p41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208" name="Google Shape;1208;p41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41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0" name="Google Shape;1210;p41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1211" name="Google Shape;1211;p41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1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13" name="Google Shape;1213;p41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214" name="Google Shape;1214;p41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1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6" name="Google Shape;1216;p41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41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8" name="Google Shape;1218;p41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219" name="Google Shape;1219;p41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1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42"/>
          <p:cNvSpPr txBox="1"/>
          <p:nvPr>
            <p:ph type="title"/>
          </p:nvPr>
        </p:nvSpPr>
        <p:spPr>
          <a:xfrm>
            <a:off x="1226400" y="3100288"/>
            <a:ext cx="66912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3" name="Google Shape;1223;p42"/>
          <p:cNvSpPr txBox="1"/>
          <p:nvPr>
            <p:ph idx="1" type="subTitle"/>
          </p:nvPr>
        </p:nvSpPr>
        <p:spPr>
          <a:xfrm>
            <a:off x="1226400" y="1511300"/>
            <a:ext cx="6691200" cy="147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224" name="Google Shape;1224;p42"/>
          <p:cNvGrpSpPr/>
          <p:nvPr/>
        </p:nvGrpSpPr>
        <p:grpSpPr>
          <a:xfrm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1225" name="Google Shape;1225;p42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26" name="Google Shape;1226;p42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1227" name="Google Shape;1227;p42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42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9" name="Google Shape;1229;p42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1230" name="Google Shape;1230;p42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42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2" name="Google Shape;1232;p42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233" name="Google Shape;1233;p42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42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5" name="Google Shape;1235;p42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1236" name="Google Shape;1236;p42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42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38" name="Google Shape;1238;p42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0" name="Google Shape;1240;p42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1241" name="Google Shape;1241;p42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42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43" name="Google Shape;1243;p42"/>
          <p:cNvGrpSpPr/>
          <p:nvPr/>
        </p:nvGrpSpPr>
        <p:grpSpPr>
          <a:xfrm>
            <a:off x="343795" y="184707"/>
            <a:ext cx="8721721" cy="4631349"/>
            <a:chOff x="343795" y="184707"/>
            <a:chExt cx="8721721" cy="4631349"/>
          </a:xfrm>
        </p:grpSpPr>
        <p:grpSp>
          <p:nvGrpSpPr>
            <p:cNvPr id="1244" name="Google Shape;1244;p42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1245" name="Google Shape;1245;p4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4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4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4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4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4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1" name="Google Shape;1251;p42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1252" name="Google Shape;1252;p4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4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4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55" name="Google Shape;1255;p42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1256" name="Google Shape;1256;p4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4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4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4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4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4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3_2_1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264" name="Google Shape;1264;p43"/>
          <p:cNvGrpSpPr/>
          <p:nvPr/>
        </p:nvGrpSpPr>
        <p:grpSpPr>
          <a:xfrm>
            <a:off x="106676" y="2414166"/>
            <a:ext cx="8955356" cy="2558138"/>
            <a:chOff x="106676" y="2414166"/>
            <a:chExt cx="8955356" cy="2558138"/>
          </a:xfrm>
        </p:grpSpPr>
        <p:grpSp>
          <p:nvGrpSpPr>
            <p:cNvPr id="1265" name="Google Shape;1265;p43"/>
            <p:cNvGrpSpPr/>
            <p:nvPr/>
          </p:nvGrpSpPr>
          <p:grpSpPr>
            <a:xfrm flipH="1" rot="10800000">
              <a:off x="106676" y="2414166"/>
              <a:ext cx="501089" cy="503398"/>
              <a:chOff x="7686551" y="596782"/>
              <a:chExt cx="501089" cy="503398"/>
            </a:xfrm>
          </p:grpSpPr>
          <p:sp>
            <p:nvSpPr>
              <p:cNvPr id="1266" name="Google Shape;1266;p43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43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43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43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43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43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2" name="Google Shape;1272;p43"/>
            <p:cNvGrpSpPr/>
            <p:nvPr/>
          </p:nvGrpSpPr>
          <p:grpSpPr>
            <a:xfrm flipH="1" rot="10800000">
              <a:off x="8435120" y="4345340"/>
              <a:ext cx="626912" cy="626965"/>
              <a:chOff x="5734895" y="534991"/>
              <a:chExt cx="626912" cy="626965"/>
            </a:xfrm>
          </p:grpSpPr>
          <p:sp>
            <p:nvSpPr>
              <p:cNvPr id="1273" name="Google Shape;1273;p43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43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43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276" name="Google Shape;1276;p43"/>
          <p:cNvGrpSpPr/>
          <p:nvPr/>
        </p:nvGrpSpPr>
        <p:grpSpPr>
          <a:xfrm>
            <a:off x="253003" y="103769"/>
            <a:ext cx="8766908" cy="4954664"/>
            <a:chOff x="253003" y="103769"/>
            <a:chExt cx="8766908" cy="4954664"/>
          </a:xfrm>
        </p:grpSpPr>
        <p:sp>
          <p:nvSpPr>
            <p:cNvPr id="1277" name="Google Shape;1277;p43"/>
            <p:cNvSpPr/>
            <p:nvPr/>
          </p:nvSpPr>
          <p:spPr>
            <a:xfrm>
              <a:off x="2681568" y="1712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78" name="Google Shape;1278;p43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279" name="Google Shape;1279;p43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43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1" name="Google Shape;1281;p43"/>
            <p:cNvGrpSpPr/>
            <p:nvPr/>
          </p:nvGrpSpPr>
          <p:grpSpPr>
            <a:xfrm>
              <a:off x="3316477" y="4747907"/>
              <a:ext cx="310487" cy="310526"/>
              <a:chOff x="4404421" y="3865912"/>
              <a:chExt cx="504774" cy="504839"/>
            </a:xfrm>
          </p:grpSpPr>
          <p:sp>
            <p:nvSpPr>
              <p:cNvPr id="1282" name="Google Shape;1282;p43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43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84" name="Google Shape;1284;p43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285" name="Google Shape;1285;p43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43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43"/>
            <p:cNvSpPr/>
            <p:nvPr/>
          </p:nvSpPr>
          <p:spPr>
            <a:xfrm>
              <a:off x="8536305" y="26002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43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89" name="Google Shape;1289;p43"/>
            <p:cNvGrpSpPr/>
            <p:nvPr/>
          </p:nvGrpSpPr>
          <p:grpSpPr>
            <a:xfrm>
              <a:off x="291018" y="4469255"/>
              <a:ext cx="278657" cy="278657"/>
              <a:chOff x="7395818" y="259505"/>
              <a:chExt cx="278657" cy="278657"/>
            </a:xfrm>
          </p:grpSpPr>
          <p:sp>
            <p:nvSpPr>
              <p:cNvPr id="1290" name="Google Shape;1290;p43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43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92" name="Google Shape;1292;p43"/>
            <p:cNvSpPr/>
            <p:nvPr/>
          </p:nvSpPr>
          <p:spPr>
            <a:xfrm>
              <a:off x="2929168" y="10376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4">
  <p:cSld name="ONE_COLUMN_TEXT_1"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95" name="Google Shape;1295;p44"/>
          <p:cNvSpPr txBox="1"/>
          <p:nvPr>
            <p:ph idx="1" type="subTitle"/>
          </p:nvPr>
        </p:nvSpPr>
        <p:spPr>
          <a:xfrm>
            <a:off x="4954725" y="1667625"/>
            <a:ext cx="3144300" cy="21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6" name="Google Shape;1296;p44"/>
          <p:cNvSpPr txBox="1"/>
          <p:nvPr>
            <p:ph idx="2" type="subTitle"/>
          </p:nvPr>
        </p:nvSpPr>
        <p:spPr>
          <a:xfrm>
            <a:off x="1044975" y="1667625"/>
            <a:ext cx="3144300" cy="21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297" name="Google Shape;1297;p44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1298" name="Google Shape;1298;p44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9" name="Google Shape;1299;p44"/>
            <p:cNvGrpSpPr/>
            <p:nvPr/>
          </p:nvGrpSpPr>
          <p:grpSpPr>
            <a:xfrm>
              <a:off x="192215" y="1201364"/>
              <a:ext cx="354700" cy="354032"/>
              <a:chOff x="197672" y="1375961"/>
              <a:chExt cx="504839" cy="503889"/>
            </a:xfrm>
          </p:grpSpPr>
          <p:sp>
            <p:nvSpPr>
              <p:cNvPr id="1300" name="Google Shape;1300;p44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4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2" name="Google Shape;1302;p44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1303" name="Google Shape;1303;p44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44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5" name="Google Shape;1305;p44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306" name="Google Shape;1306;p44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44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8" name="Google Shape;1308;p44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1309" name="Google Shape;1309;p44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44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1" name="Google Shape;1311;p44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44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3" name="Google Shape;1313;p44"/>
          <p:cNvGrpSpPr/>
          <p:nvPr/>
        </p:nvGrpSpPr>
        <p:grpSpPr>
          <a:xfrm>
            <a:off x="342174" y="137316"/>
            <a:ext cx="8294071" cy="4722963"/>
            <a:chOff x="342174" y="137316"/>
            <a:chExt cx="8294071" cy="4722963"/>
          </a:xfrm>
        </p:grpSpPr>
        <p:grpSp>
          <p:nvGrpSpPr>
            <p:cNvPr id="1314" name="Google Shape;1314;p44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1315" name="Google Shape;1315;p4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4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4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4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4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4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21" name="Google Shape;1321;p44"/>
            <p:cNvGrpSpPr/>
            <p:nvPr/>
          </p:nvGrpSpPr>
          <p:grpSpPr>
            <a:xfrm flipH="1">
              <a:off x="8009332" y="137316"/>
              <a:ext cx="626912" cy="626965"/>
              <a:chOff x="5734895" y="534991"/>
              <a:chExt cx="626912" cy="626965"/>
            </a:xfrm>
          </p:grpSpPr>
          <p:sp>
            <p:nvSpPr>
              <p:cNvPr id="1322" name="Google Shape;1322;p4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4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4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5"/>
          <p:cNvSpPr txBox="1"/>
          <p:nvPr>
            <p:ph type="title"/>
          </p:nvPr>
        </p:nvSpPr>
        <p:spPr>
          <a:xfrm>
            <a:off x="814525" y="1806250"/>
            <a:ext cx="2958300" cy="67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27" name="Google Shape;1327;p45"/>
          <p:cNvSpPr txBox="1"/>
          <p:nvPr>
            <p:ph idx="1" type="subTitle"/>
          </p:nvPr>
        </p:nvSpPr>
        <p:spPr>
          <a:xfrm>
            <a:off x="814525" y="2479025"/>
            <a:ext cx="2958300" cy="119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328" name="Google Shape;1328;p45"/>
          <p:cNvGrpSpPr/>
          <p:nvPr/>
        </p:nvGrpSpPr>
        <p:grpSpPr>
          <a:xfrm>
            <a:off x="147190" y="137226"/>
            <a:ext cx="8843209" cy="4869073"/>
            <a:chOff x="147190" y="137226"/>
            <a:chExt cx="8843209" cy="4869073"/>
          </a:xfrm>
        </p:grpSpPr>
        <p:grpSp>
          <p:nvGrpSpPr>
            <p:cNvPr id="1329" name="Google Shape;1329;p45"/>
            <p:cNvGrpSpPr/>
            <p:nvPr/>
          </p:nvGrpSpPr>
          <p:grpSpPr>
            <a:xfrm>
              <a:off x="147190" y="137226"/>
              <a:ext cx="8843209" cy="4869073"/>
              <a:chOff x="147190" y="137314"/>
              <a:chExt cx="8843209" cy="4869073"/>
            </a:xfrm>
          </p:grpSpPr>
          <p:grpSp>
            <p:nvGrpSpPr>
              <p:cNvPr id="1330" name="Google Shape;1330;p45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1331" name="Google Shape;1331;p45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2" name="Google Shape;1332;p45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3" name="Google Shape;1333;p45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1334" name="Google Shape;1334;p45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p45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6" name="Google Shape;1336;p45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1337" name="Google Shape;1337;p45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p45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9" name="Google Shape;1339;p45"/>
              <p:cNvGrpSpPr/>
              <p:nvPr/>
            </p:nvGrpSpPr>
            <p:grpSpPr>
              <a:xfrm>
                <a:off x="3130504" y="137314"/>
                <a:ext cx="483619" cy="561918"/>
                <a:chOff x="170054" y="3050726"/>
                <a:chExt cx="483619" cy="561918"/>
              </a:xfrm>
            </p:grpSpPr>
            <p:sp>
              <p:nvSpPr>
                <p:cNvPr id="1340" name="Google Shape;1340;p45"/>
                <p:cNvSpPr/>
                <p:nvPr/>
              </p:nvSpPr>
              <p:spPr>
                <a:xfrm>
                  <a:off x="170054" y="3360194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1" name="Google Shape;1341;p45"/>
                <p:cNvSpPr/>
                <p:nvPr/>
              </p:nvSpPr>
              <p:spPr>
                <a:xfrm>
                  <a:off x="52748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42" name="Google Shape;1342;p45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45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44" name="Google Shape;1344;p45"/>
            <p:cNvSpPr/>
            <p:nvPr/>
          </p:nvSpPr>
          <p:spPr>
            <a:xfrm>
              <a:off x="484618" y="48555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5" name="Google Shape;1345;p45"/>
          <p:cNvGrpSpPr/>
          <p:nvPr/>
        </p:nvGrpSpPr>
        <p:grpSpPr>
          <a:xfrm>
            <a:off x="313424" y="226307"/>
            <a:ext cx="8676983" cy="4695749"/>
            <a:chOff x="313424" y="226307"/>
            <a:chExt cx="8676983" cy="4695749"/>
          </a:xfrm>
        </p:grpSpPr>
        <p:grpSp>
          <p:nvGrpSpPr>
            <p:cNvPr id="1346" name="Google Shape;1346;p45"/>
            <p:cNvGrpSpPr/>
            <p:nvPr/>
          </p:nvGrpSpPr>
          <p:grpSpPr>
            <a:xfrm>
              <a:off x="8363495" y="4295091"/>
              <a:ext cx="626912" cy="626965"/>
              <a:chOff x="5734895" y="534991"/>
              <a:chExt cx="626912" cy="626965"/>
            </a:xfrm>
          </p:grpSpPr>
          <p:sp>
            <p:nvSpPr>
              <p:cNvPr id="1347" name="Google Shape;1347;p4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4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4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50" name="Google Shape;1350;p45"/>
            <p:cNvGrpSpPr/>
            <p:nvPr/>
          </p:nvGrpSpPr>
          <p:grpSpPr>
            <a:xfrm flipH="1">
              <a:off x="313424" y="226307"/>
              <a:ext cx="501089" cy="503398"/>
              <a:chOff x="7686551" y="596782"/>
              <a:chExt cx="501089" cy="503398"/>
            </a:xfrm>
          </p:grpSpPr>
          <p:sp>
            <p:nvSpPr>
              <p:cNvPr id="1351" name="Google Shape;1351;p4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4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4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4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4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4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_1"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359" name="Google Shape;1359;p46"/>
          <p:cNvSpPr txBox="1"/>
          <p:nvPr>
            <p:ph idx="1" type="subTitle"/>
          </p:nvPr>
        </p:nvSpPr>
        <p:spPr>
          <a:xfrm>
            <a:off x="5040051" y="2014775"/>
            <a:ext cx="2560500" cy="25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9pPr>
          </a:lstStyle>
          <a:p/>
        </p:txBody>
      </p:sp>
      <p:sp>
        <p:nvSpPr>
          <p:cNvPr id="1360" name="Google Shape;1360;p46"/>
          <p:cNvSpPr txBox="1"/>
          <p:nvPr>
            <p:ph idx="2" type="subTitle"/>
          </p:nvPr>
        </p:nvSpPr>
        <p:spPr>
          <a:xfrm>
            <a:off x="1543450" y="2014775"/>
            <a:ext cx="2560500" cy="25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2800"/>
            </a:lvl9pPr>
          </a:lstStyle>
          <a:p/>
        </p:txBody>
      </p:sp>
      <p:sp>
        <p:nvSpPr>
          <p:cNvPr id="1361" name="Google Shape;1361;p46"/>
          <p:cNvSpPr txBox="1"/>
          <p:nvPr>
            <p:ph idx="3" type="subTitle"/>
          </p:nvPr>
        </p:nvSpPr>
        <p:spPr>
          <a:xfrm>
            <a:off x="5040058" y="16762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62" name="Google Shape;1362;p46"/>
          <p:cNvSpPr txBox="1"/>
          <p:nvPr>
            <p:ph idx="4" type="subTitle"/>
          </p:nvPr>
        </p:nvSpPr>
        <p:spPr>
          <a:xfrm>
            <a:off x="1543450" y="1676251"/>
            <a:ext cx="2560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363" name="Google Shape;1363;p46"/>
          <p:cNvGrpSpPr/>
          <p:nvPr/>
        </p:nvGrpSpPr>
        <p:grpSpPr>
          <a:xfrm>
            <a:off x="106676" y="4468907"/>
            <a:ext cx="501089" cy="503398"/>
            <a:chOff x="7686551" y="596782"/>
            <a:chExt cx="501089" cy="503398"/>
          </a:xfrm>
        </p:grpSpPr>
        <p:sp>
          <p:nvSpPr>
            <p:cNvPr id="1364" name="Google Shape;1364;p46"/>
            <p:cNvSpPr/>
            <p:nvPr/>
          </p:nvSpPr>
          <p:spPr>
            <a:xfrm>
              <a:off x="7819260" y="596782"/>
              <a:ext cx="368374" cy="368426"/>
            </a:xfrm>
            <a:custGeom>
              <a:rect b="b" l="l" r="r" t="t"/>
              <a:pathLst>
                <a:path extrusionOk="0" fill="none" h="7024" w="7023">
                  <a:moveTo>
                    <a:pt x="0" y="1"/>
                  </a:moveTo>
                  <a:lnTo>
                    <a:pt x="7023" y="1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46"/>
            <p:cNvSpPr/>
            <p:nvPr/>
          </p:nvSpPr>
          <p:spPr>
            <a:xfrm>
              <a:off x="7686551" y="731799"/>
              <a:ext cx="368426" cy="368374"/>
            </a:xfrm>
            <a:custGeom>
              <a:rect b="b" l="l" r="r" t="t"/>
              <a:pathLst>
                <a:path extrusionOk="0" fill="none" h="7023" w="7024">
                  <a:moveTo>
                    <a:pt x="0" y="0"/>
                  </a:moveTo>
                  <a:lnTo>
                    <a:pt x="7023" y="0"/>
                  </a:lnTo>
                  <a:lnTo>
                    <a:pt x="7023" y="7023"/>
                  </a:lnTo>
                  <a:lnTo>
                    <a:pt x="0" y="7023"/>
                  </a:lnTo>
                  <a:close/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46"/>
            <p:cNvSpPr/>
            <p:nvPr/>
          </p:nvSpPr>
          <p:spPr>
            <a:xfrm>
              <a:off x="8054936" y="596782"/>
              <a:ext cx="132705" cy="135065"/>
            </a:xfrm>
            <a:custGeom>
              <a:rect b="b" l="l" r="r" t="t"/>
              <a:pathLst>
                <a:path extrusionOk="0" fill="none" h="2575" w="2530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46"/>
            <p:cNvSpPr/>
            <p:nvPr/>
          </p:nvSpPr>
          <p:spPr>
            <a:xfrm>
              <a:off x="8054936" y="965167"/>
              <a:ext cx="132705" cy="135013"/>
            </a:xfrm>
            <a:custGeom>
              <a:rect b="b" l="l" r="r" t="t"/>
              <a:pathLst>
                <a:path extrusionOk="0" fill="none" h="2574" w="2530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46"/>
            <p:cNvSpPr/>
            <p:nvPr/>
          </p:nvSpPr>
          <p:spPr>
            <a:xfrm>
              <a:off x="7686551" y="965167"/>
              <a:ext cx="132757" cy="135013"/>
            </a:xfrm>
            <a:custGeom>
              <a:rect b="b" l="l" r="r" t="t"/>
              <a:pathLst>
                <a:path extrusionOk="0" fill="none" h="2574" w="2531">
                  <a:moveTo>
                    <a:pt x="2530" y="0"/>
                  </a:moveTo>
                  <a:lnTo>
                    <a:pt x="0" y="2574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46"/>
            <p:cNvSpPr/>
            <p:nvPr/>
          </p:nvSpPr>
          <p:spPr>
            <a:xfrm>
              <a:off x="7686551" y="596782"/>
              <a:ext cx="132757" cy="135065"/>
            </a:xfrm>
            <a:custGeom>
              <a:rect b="b" l="l" r="r" t="t"/>
              <a:pathLst>
                <a:path extrusionOk="0" fill="none" h="2575" w="2531">
                  <a:moveTo>
                    <a:pt x="0" y="2574"/>
                  </a:moveTo>
                  <a:lnTo>
                    <a:pt x="2530" y="1"/>
                  </a:ln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0" name="Google Shape;1370;p46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1371" name="Google Shape;1371;p46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2" name="Google Shape;1372;p46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373" name="Google Shape;1373;p46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46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5" name="Google Shape;1375;p46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1376" name="Google Shape;1376;p46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46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8" name="Google Shape;1378;p46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379" name="Google Shape;1379;p46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46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1" name="Google Shape;1381;p46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46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3" name="Google Shape;1383;p46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384" name="Google Shape;1384;p46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46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86" name="Google Shape;1386;p46"/>
          <p:cNvSpPr txBox="1"/>
          <p:nvPr>
            <p:ph idx="5" type="body"/>
          </p:nvPr>
        </p:nvSpPr>
        <p:spPr>
          <a:xfrm>
            <a:off x="820650" y="1125675"/>
            <a:ext cx="75027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>
                <a:solidFill>
                  <a:srgbClr val="191919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"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47"/>
          <p:cNvSpPr txBox="1"/>
          <p:nvPr>
            <p:ph idx="1" type="body"/>
          </p:nvPr>
        </p:nvSpPr>
        <p:spPr>
          <a:xfrm>
            <a:off x="721125" y="1202800"/>
            <a:ext cx="3759300" cy="34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9" name="Google Shape;1389;p47"/>
          <p:cNvSpPr txBox="1"/>
          <p:nvPr>
            <p:ph idx="2" type="body"/>
          </p:nvPr>
        </p:nvSpPr>
        <p:spPr>
          <a:xfrm>
            <a:off x="4663650" y="1634200"/>
            <a:ext cx="3759300" cy="29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2400"/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90" name="Google Shape;1390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grpSp>
        <p:nvGrpSpPr>
          <p:cNvPr id="1391" name="Google Shape;1391;p47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1392" name="Google Shape;1392;p47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93" name="Google Shape;1393;p47"/>
            <p:cNvGrpSpPr/>
            <p:nvPr/>
          </p:nvGrpSpPr>
          <p:grpSpPr>
            <a:xfrm>
              <a:off x="192215" y="1201364"/>
              <a:ext cx="354700" cy="354032"/>
              <a:chOff x="197672" y="1375961"/>
              <a:chExt cx="504839" cy="503889"/>
            </a:xfrm>
          </p:grpSpPr>
          <p:sp>
            <p:nvSpPr>
              <p:cNvPr id="1394" name="Google Shape;1394;p47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47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6" name="Google Shape;1396;p47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1397" name="Google Shape;1397;p47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47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9" name="Google Shape;1399;p47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400" name="Google Shape;1400;p47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47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2" name="Google Shape;1402;p47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1403" name="Google Shape;1403;p47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47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05" name="Google Shape;1405;p47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47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7" name="Google Shape;1407;p47"/>
          <p:cNvGrpSpPr/>
          <p:nvPr/>
        </p:nvGrpSpPr>
        <p:grpSpPr>
          <a:xfrm>
            <a:off x="342174" y="137316"/>
            <a:ext cx="8294071" cy="4722963"/>
            <a:chOff x="342174" y="137316"/>
            <a:chExt cx="8294071" cy="4722963"/>
          </a:xfrm>
        </p:grpSpPr>
        <p:grpSp>
          <p:nvGrpSpPr>
            <p:cNvPr id="1408" name="Google Shape;1408;p47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1409" name="Google Shape;1409;p47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47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47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47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47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47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15" name="Google Shape;1415;p47"/>
            <p:cNvGrpSpPr/>
            <p:nvPr/>
          </p:nvGrpSpPr>
          <p:grpSpPr>
            <a:xfrm flipH="1">
              <a:off x="8009332" y="137316"/>
              <a:ext cx="626912" cy="626965"/>
              <a:chOff x="5734895" y="534991"/>
              <a:chExt cx="626912" cy="626965"/>
            </a:xfrm>
          </p:grpSpPr>
          <p:sp>
            <p:nvSpPr>
              <p:cNvPr id="1416" name="Google Shape;1416;p47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47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47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"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21" name="Google Shape;1421;p48"/>
          <p:cNvSpPr txBox="1"/>
          <p:nvPr>
            <p:ph idx="1" type="subTitle"/>
          </p:nvPr>
        </p:nvSpPr>
        <p:spPr>
          <a:xfrm>
            <a:off x="1768500" y="1986847"/>
            <a:ext cx="56070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2" name="Google Shape;1422;p48"/>
          <p:cNvSpPr txBox="1"/>
          <p:nvPr>
            <p:ph idx="2" type="subTitle"/>
          </p:nvPr>
        </p:nvSpPr>
        <p:spPr>
          <a:xfrm>
            <a:off x="1768500" y="3526576"/>
            <a:ext cx="5607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3" name="Google Shape;1423;p48"/>
          <p:cNvSpPr txBox="1"/>
          <p:nvPr>
            <p:ph idx="3" type="subTitle"/>
          </p:nvPr>
        </p:nvSpPr>
        <p:spPr>
          <a:xfrm>
            <a:off x="1768500" y="1528500"/>
            <a:ext cx="5607000" cy="4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24" name="Google Shape;1424;p48"/>
          <p:cNvSpPr txBox="1"/>
          <p:nvPr>
            <p:ph idx="4" type="subTitle"/>
          </p:nvPr>
        </p:nvSpPr>
        <p:spPr>
          <a:xfrm>
            <a:off x="1768500" y="3104203"/>
            <a:ext cx="5607000" cy="4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425" name="Google Shape;1425;p48"/>
          <p:cNvGrpSpPr/>
          <p:nvPr/>
        </p:nvGrpSpPr>
        <p:grpSpPr>
          <a:xfrm>
            <a:off x="335940" y="191619"/>
            <a:ext cx="8654454" cy="4814751"/>
            <a:chOff x="335940" y="191619"/>
            <a:chExt cx="8654454" cy="4814751"/>
          </a:xfrm>
        </p:grpSpPr>
        <p:sp>
          <p:nvSpPr>
            <p:cNvPr id="1426" name="Google Shape;1426;p48"/>
            <p:cNvSpPr/>
            <p:nvPr/>
          </p:nvSpPr>
          <p:spPr>
            <a:xfrm>
              <a:off x="2884818" y="1916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27" name="Google Shape;1427;p48"/>
            <p:cNvGrpSpPr/>
            <p:nvPr/>
          </p:nvGrpSpPr>
          <p:grpSpPr>
            <a:xfrm>
              <a:off x="335940" y="1913914"/>
              <a:ext cx="354700" cy="354032"/>
              <a:chOff x="306126" y="1701323"/>
              <a:chExt cx="504839" cy="503889"/>
            </a:xfrm>
          </p:grpSpPr>
          <p:sp>
            <p:nvSpPr>
              <p:cNvPr id="1428" name="Google Shape;1428;p48"/>
              <p:cNvSpPr/>
              <p:nvPr/>
            </p:nvSpPr>
            <p:spPr>
              <a:xfrm>
                <a:off x="558516" y="1952762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48"/>
              <p:cNvSpPr/>
              <p:nvPr/>
            </p:nvSpPr>
            <p:spPr>
              <a:xfrm>
                <a:off x="306126" y="1701323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0" name="Google Shape;1430;p48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1431" name="Google Shape;1431;p48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48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33" name="Google Shape;1433;p48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434" name="Google Shape;1434;p48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48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6" name="Google Shape;1436;p48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48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38" name="Google Shape;1438;p48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1439" name="Google Shape;1439;p48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48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41" name="Google Shape;1441;p48"/>
          <p:cNvGrpSpPr/>
          <p:nvPr/>
        </p:nvGrpSpPr>
        <p:grpSpPr>
          <a:xfrm>
            <a:off x="267595" y="184707"/>
            <a:ext cx="8721721" cy="4631349"/>
            <a:chOff x="267595" y="184707"/>
            <a:chExt cx="8721721" cy="4631349"/>
          </a:xfrm>
        </p:grpSpPr>
        <p:grpSp>
          <p:nvGrpSpPr>
            <p:cNvPr id="1442" name="Google Shape;1442;p48"/>
            <p:cNvGrpSpPr/>
            <p:nvPr/>
          </p:nvGrpSpPr>
          <p:grpSpPr>
            <a:xfrm>
              <a:off x="8488226" y="2218232"/>
              <a:ext cx="501089" cy="503398"/>
              <a:chOff x="7686551" y="596782"/>
              <a:chExt cx="501089" cy="503398"/>
            </a:xfrm>
          </p:grpSpPr>
          <p:sp>
            <p:nvSpPr>
              <p:cNvPr id="1443" name="Google Shape;1443;p48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48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48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48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48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48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49" name="Google Shape;1449;p48"/>
            <p:cNvGrpSpPr/>
            <p:nvPr/>
          </p:nvGrpSpPr>
          <p:grpSpPr>
            <a:xfrm>
              <a:off x="267595" y="4189091"/>
              <a:ext cx="626912" cy="626965"/>
              <a:chOff x="5734895" y="534991"/>
              <a:chExt cx="626912" cy="626965"/>
            </a:xfrm>
          </p:grpSpPr>
          <p:sp>
            <p:nvSpPr>
              <p:cNvPr id="1450" name="Google Shape;1450;p48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48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48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53" name="Google Shape;1453;p48"/>
            <p:cNvGrpSpPr/>
            <p:nvPr/>
          </p:nvGrpSpPr>
          <p:grpSpPr>
            <a:xfrm>
              <a:off x="309651" y="184707"/>
              <a:ext cx="501089" cy="503398"/>
              <a:chOff x="7686551" y="596782"/>
              <a:chExt cx="501089" cy="503398"/>
            </a:xfrm>
          </p:grpSpPr>
          <p:sp>
            <p:nvSpPr>
              <p:cNvPr id="1454" name="Google Shape;1454;p48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48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48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48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48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48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9"/>
          <p:cNvSpPr txBox="1"/>
          <p:nvPr>
            <p:ph idx="1" type="subTitle"/>
          </p:nvPr>
        </p:nvSpPr>
        <p:spPr>
          <a:xfrm>
            <a:off x="937625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2" name="Google Shape;1462;p49"/>
          <p:cNvSpPr txBox="1"/>
          <p:nvPr>
            <p:ph idx="2" type="subTitle"/>
          </p:nvPr>
        </p:nvSpPr>
        <p:spPr>
          <a:xfrm>
            <a:off x="3484347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3" name="Google Shape;1463;p49"/>
          <p:cNvSpPr txBox="1"/>
          <p:nvPr>
            <p:ph idx="3" type="subTitle"/>
          </p:nvPr>
        </p:nvSpPr>
        <p:spPr>
          <a:xfrm>
            <a:off x="6031075" y="28926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4" name="Google Shape;1464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65" name="Google Shape;1465;p49"/>
          <p:cNvSpPr txBox="1"/>
          <p:nvPr>
            <p:ph idx="4" type="subTitle"/>
          </p:nvPr>
        </p:nvSpPr>
        <p:spPr>
          <a:xfrm>
            <a:off x="937625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6" name="Google Shape;1466;p49"/>
          <p:cNvSpPr txBox="1"/>
          <p:nvPr>
            <p:ph idx="5" type="subTitle"/>
          </p:nvPr>
        </p:nvSpPr>
        <p:spPr>
          <a:xfrm>
            <a:off x="3484347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7" name="Google Shape;1467;p49"/>
          <p:cNvSpPr txBox="1"/>
          <p:nvPr>
            <p:ph idx="6" type="subTitle"/>
          </p:nvPr>
        </p:nvSpPr>
        <p:spPr>
          <a:xfrm>
            <a:off x="6031075" y="2582100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468" name="Google Shape;1468;p49"/>
          <p:cNvGrpSpPr/>
          <p:nvPr/>
        </p:nvGrpSpPr>
        <p:grpSpPr>
          <a:xfrm>
            <a:off x="147190" y="131132"/>
            <a:ext cx="8843209" cy="4875167"/>
            <a:chOff x="147190" y="131132"/>
            <a:chExt cx="8843209" cy="4875167"/>
          </a:xfrm>
        </p:grpSpPr>
        <p:grpSp>
          <p:nvGrpSpPr>
            <p:cNvPr id="1469" name="Google Shape;1469;p49"/>
            <p:cNvGrpSpPr/>
            <p:nvPr/>
          </p:nvGrpSpPr>
          <p:grpSpPr>
            <a:xfrm>
              <a:off x="147190" y="267566"/>
              <a:ext cx="8843209" cy="4738733"/>
              <a:chOff x="147190" y="267654"/>
              <a:chExt cx="8843209" cy="4738733"/>
            </a:xfrm>
          </p:grpSpPr>
          <p:grpSp>
            <p:nvGrpSpPr>
              <p:cNvPr id="1470" name="Google Shape;1470;p49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1471" name="Google Shape;1471;p49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2" name="Google Shape;1472;p49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3" name="Google Shape;1473;p49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1474" name="Google Shape;1474;p49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5" name="Google Shape;1475;p49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6" name="Google Shape;1476;p49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1477" name="Google Shape;1477;p49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78" name="Google Shape;1478;p49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479" name="Google Shape;1479;p49"/>
              <p:cNvGrpSpPr/>
              <p:nvPr/>
            </p:nvGrpSpPr>
            <p:grpSpPr>
              <a:xfrm>
                <a:off x="147204" y="4327701"/>
                <a:ext cx="483619" cy="561918"/>
                <a:chOff x="-2813246" y="7241114"/>
                <a:chExt cx="483619" cy="561918"/>
              </a:xfrm>
            </p:grpSpPr>
            <p:sp>
              <p:nvSpPr>
                <p:cNvPr id="1480" name="Google Shape;1480;p49"/>
                <p:cNvSpPr/>
                <p:nvPr/>
              </p:nvSpPr>
              <p:spPr>
                <a:xfrm>
                  <a:off x="-2813246" y="7550582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1" name="Google Shape;1481;p49"/>
                <p:cNvSpPr/>
                <p:nvPr/>
              </p:nvSpPr>
              <p:spPr>
                <a:xfrm>
                  <a:off x="-2455820" y="7241114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82" name="Google Shape;1482;p49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49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4" name="Google Shape;1484;p49"/>
            <p:cNvSpPr/>
            <p:nvPr/>
          </p:nvSpPr>
          <p:spPr>
            <a:xfrm>
              <a:off x="789418" y="1311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5" name="Google Shape;1485;p49"/>
          <p:cNvGrpSpPr/>
          <p:nvPr/>
        </p:nvGrpSpPr>
        <p:grpSpPr>
          <a:xfrm>
            <a:off x="8206445" y="4295091"/>
            <a:ext cx="626912" cy="626965"/>
            <a:chOff x="5734895" y="534991"/>
            <a:chExt cx="626912" cy="626965"/>
          </a:xfrm>
        </p:grpSpPr>
        <p:sp>
          <p:nvSpPr>
            <p:cNvPr id="1486" name="Google Shape;1486;p49"/>
            <p:cNvSpPr/>
            <p:nvPr/>
          </p:nvSpPr>
          <p:spPr>
            <a:xfrm>
              <a:off x="5734895" y="534991"/>
              <a:ext cx="626912" cy="626965"/>
            </a:xfrm>
            <a:custGeom>
              <a:rect b="b" l="l" r="r" t="t"/>
              <a:pathLst>
                <a:path extrusionOk="0" fill="none" h="11953" w="11952">
                  <a:moveTo>
                    <a:pt x="11952" y="5977"/>
                  </a:moveTo>
                  <a:cubicBezTo>
                    <a:pt x="11952" y="9277"/>
                    <a:pt x="9276" y="11953"/>
                    <a:pt x="5976" y="11953"/>
                  </a:cubicBezTo>
                  <a:cubicBezTo>
                    <a:pt x="2675" y="11953"/>
                    <a:pt x="0" y="9277"/>
                    <a:pt x="0" y="5977"/>
                  </a:cubicBezTo>
                  <a:cubicBezTo>
                    <a:pt x="0" y="2676"/>
                    <a:pt x="2675" y="1"/>
                    <a:pt x="5976" y="1"/>
                  </a:cubicBezTo>
                  <a:cubicBezTo>
                    <a:pt x="9276" y="1"/>
                    <a:pt x="11952" y="2676"/>
                    <a:pt x="11952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49"/>
            <p:cNvSpPr/>
            <p:nvPr/>
          </p:nvSpPr>
          <p:spPr>
            <a:xfrm>
              <a:off x="5933171" y="534991"/>
              <a:ext cx="229585" cy="626965"/>
            </a:xfrm>
            <a:custGeom>
              <a:rect b="b" l="l" r="r" t="t"/>
              <a:pathLst>
                <a:path extrusionOk="0" fill="none" h="11953" w="4377">
                  <a:moveTo>
                    <a:pt x="4377" y="5977"/>
                  </a:moveTo>
                  <a:cubicBezTo>
                    <a:pt x="4377" y="9277"/>
                    <a:pt x="3403" y="11953"/>
                    <a:pt x="2196" y="11953"/>
                  </a:cubicBezTo>
                  <a:cubicBezTo>
                    <a:pt x="989" y="11953"/>
                    <a:pt x="0" y="9277"/>
                    <a:pt x="0" y="5977"/>
                  </a:cubicBezTo>
                  <a:cubicBezTo>
                    <a:pt x="0" y="2676"/>
                    <a:pt x="989" y="1"/>
                    <a:pt x="2196" y="1"/>
                  </a:cubicBezTo>
                  <a:cubicBezTo>
                    <a:pt x="3403" y="1"/>
                    <a:pt x="4377" y="2676"/>
                    <a:pt x="4377" y="5977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49"/>
            <p:cNvSpPr/>
            <p:nvPr/>
          </p:nvSpPr>
          <p:spPr>
            <a:xfrm>
              <a:off x="5734895" y="734054"/>
              <a:ext cx="626912" cy="229637"/>
            </a:xfrm>
            <a:custGeom>
              <a:rect b="b" l="l" r="r" t="t"/>
              <a:pathLst>
                <a:path extrusionOk="0" fill="none" h="4378" w="11952">
                  <a:moveTo>
                    <a:pt x="11952" y="2182"/>
                  </a:moveTo>
                  <a:cubicBezTo>
                    <a:pt x="11952" y="3388"/>
                    <a:pt x="9276" y="4377"/>
                    <a:pt x="5976" y="4377"/>
                  </a:cubicBezTo>
                  <a:cubicBezTo>
                    <a:pt x="2675" y="4377"/>
                    <a:pt x="0" y="3388"/>
                    <a:pt x="0" y="2182"/>
                  </a:cubicBezTo>
                  <a:cubicBezTo>
                    <a:pt x="0" y="975"/>
                    <a:pt x="2675" y="1"/>
                    <a:pt x="5976" y="1"/>
                  </a:cubicBezTo>
                  <a:cubicBezTo>
                    <a:pt x="9276" y="1"/>
                    <a:pt x="11952" y="975"/>
                    <a:pt x="11952" y="2182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lt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50"/>
          <p:cNvSpPr txBox="1"/>
          <p:nvPr>
            <p:ph idx="1" type="subTitle"/>
          </p:nvPr>
        </p:nvSpPr>
        <p:spPr>
          <a:xfrm>
            <a:off x="937625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1" name="Google Shape;1491;p50"/>
          <p:cNvSpPr txBox="1"/>
          <p:nvPr>
            <p:ph idx="2" type="subTitle"/>
          </p:nvPr>
        </p:nvSpPr>
        <p:spPr>
          <a:xfrm>
            <a:off x="3484347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2" name="Google Shape;1492;p50"/>
          <p:cNvSpPr txBox="1"/>
          <p:nvPr>
            <p:ph idx="3" type="subTitle"/>
          </p:nvPr>
        </p:nvSpPr>
        <p:spPr>
          <a:xfrm>
            <a:off x="6031075" y="316367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3" name="Google Shape;1493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494" name="Google Shape;1494;p50"/>
          <p:cNvSpPr txBox="1"/>
          <p:nvPr>
            <p:ph idx="4" type="subTitle"/>
          </p:nvPr>
        </p:nvSpPr>
        <p:spPr>
          <a:xfrm>
            <a:off x="937625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5" name="Google Shape;1495;p50"/>
          <p:cNvSpPr txBox="1"/>
          <p:nvPr>
            <p:ph idx="5" type="subTitle"/>
          </p:nvPr>
        </p:nvSpPr>
        <p:spPr>
          <a:xfrm>
            <a:off x="3484347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96" name="Google Shape;1496;p50"/>
          <p:cNvSpPr txBox="1"/>
          <p:nvPr>
            <p:ph idx="6" type="subTitle"/>
          </p:nvPr>
        </p:nvSpPr>
        <p:spPr>
          <a:xfrm>
            <a:off x="6031075" y="2853125"/>
            <a:ext cx="2175300" cy="39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497" name="Google Shape;1497;p50"/>
          <p:cNvGrpSpPr/>
          <p:nvPr/>
        </p:nvGrpSpPr>
        <p:grpSpPr>
          <a:xfrm>
            <a:off x="147190" y="54932"/>
            <a:ext cx="8843209" cy="4951367"/>
            <a:chOff x="147190" y="54932"/>
            <a:chExt cx="8843209" cy="4951367"/>
          </a:xfrm>
        </p:grpSpPr>
        <p:grpSp>
          <p:nvGrpSpPr>
            <p:cNvPr id="1498" name="Google Shape;1498;p50"/>
            <p:cNvGrpSpPr/>
            <p:nvPr/>
          </p:nvGrpSpPr>
          <p:grpSpPr>
            <a:xfrm>
              <a:off x="147190" y="267566"/>
              <a:ext cx="8843209" cy="4738733"/>
              <a:chOff x="147190" y="267654"/>
              <a:chExt cx="8843209" cy="4738733"/>
            </a:xfrm>
          </p:grpSpPr>
          <p:grpSp>
            <p:nvGrpSpPr>
              <p:cNvPr id="1499" name="Google Shape;1499;p50"/>
              <p:cNvGrpSpPr/>
              <p:nvPr/>
            </p:nvGrpSpPr>
            <p:grpSpPr>
              <a:xfrm>
                <a:off x="147190" y="2060789"/>
                <a:ext cx="354700" cy="354032"/>
                <a:chOff x="133589" y="2599167"/>
                <a:chExt cx="504839" cy="503889"/>
              </a:xfrm>
            </p:grpSpPr>
            <p:sp>
              <p:nvSpPr>
                <p:cNvPr id="1500" name="Google Shape;1500;p50"/>
                <p:cNvSpPr/>
                <p:nvPr/>
              </p:nvSpPr>
              <p:spPr>
                <a:xfrm>
                  <a:off x="385978" y="285060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1" name="Google Shape;1501;p50"/>
                <p:cNvSpPr/>
                <p:nvPr/>
              </p:nvSpPr>
              <p:spPr>
                <a:xfrm>
                  <a:off x="133589" y="2599167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02" name="Google Shape;1502;p50"/>
              <p:cNvGrpSpPr/>
              <p:nvPr/>
            </p:nvGrpSpPr>
            <p:grpSpPr>
              <a:xfrm>
                <a:off x="3555477" y="4633169"/>
                <a:ext cx="310487" cy="310526"/>
                <a:chOff x="4404421" y="3865912"/>
                <a:chExt cx="504774" cy="504839"/>
              </a:xfrm>
            </p:grpSpPr>
            <p:sp>
              <p:nvSpPr>
                <p:cNvPr id="1503" name="Google Shape;1503;p50"/>
                <p:cNvSpPr/>
                <p:nvPr/>
              </p:nvSpPr>
              <p:spPr>
                <a:xfrm>
                  <a:off x="4404421" y="4118301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4" name="Google Shape;1504;p50"/>
                <p:cNvSpPr/>
                <p:nvPr/>
              </p:nvSpPr>
              <p:spPr>
                <a:xfrm>
                  <a:off x="4530616" y="3865912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05" name="Google Shape;1505;p50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1506" name="Google Shape;1506;p50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07" name="Google Shape;1507;p50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08" name="Google Shape;1508;p50"/>
              <p:cNvGrpSpPr/>
              <p:nvPr/>
            </p:nvGrpSpPr>
            <p:grpSpPr>
              <a:xfrm>
                <a:off x="147204" y="4327701"/>
                <a:ext cx="483619" cy="561918"/>
                <a:chOff x="-2813246" y="7241114"/>
                <a:chExt cx="483619" cy="561918"/>
              </a:xfrm>
            </p:grpSpPr>
            <p:sp>
              <p:nvSpPr>
                <p:cNvPr id="1509" name="Google Shape;1509;p50"/>
                <p:cNvSpPr/>
                <p:nvPr/>
              </p:nvSpPr>
              <p:spPr>
                <a:xfrm>
                  <a:off x="-2813246" y="7550582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0" name="Google Shape;1510;p50"/>
                <p:cNvSpPr/>
                <p:nvPr/>
              </p:nvSpPr>
              <p:spPr>
                <a:xfrm>
                  <a:off x="-2455820" y="7241114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11" name="Google Shape;1511;p50"/>
              <p:cNvSpPr/>
              <p:nvPr/>
            </p:nvSpPr>
            <p:spPr>
              <a:xfrm>
                <a:off x="8864143" y="30568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50"/>
              <p:cNvSpPr/>
              <p:nvPr/>
            </p:nvSpPr>
            <p:spPr>
              <a:xfrm>
                <a:off x="5982868" y="4880130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3" name="Google Shape;1513;p50"/>
            <p:cNvSpPr/>
            <p:nvPr/>
          </p:nvSpPr>
          <p:spPr>
            <a:xfrm>
              <a:off x="2465818" y="54932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4" name="Google Shape;1514;p50"/>
          <p:cNvGrpSpPr/>
          <p:nvPr/>
        </p:nvGrpSpPr>
        <p:grpSpPr>
          <a:xfrm>
            <a:off x="218899" y="227366"/>
            <a:ext cx="8703971" cy="4694688"/>
            <a:chOff x="218899" y="227366"/>
            <a:chExt cx="8703971" cy="4694688"/>
          </a:xfrm>
        </p:grpSpPr>
        <p:grpSp>
          <p:nvGrpSpPr>
            <p:cNvPr id="1515" name="Google Shape;1515;p50"/>
            <p:cNvGrpSpPr/>
            <p:nvPr/>
          </p:nvGrpSpPr>
          <p:grpSpPr>
            <a:xfrm rot="10800000">
              <a:off x="218899" y="227366"/>
              <a:ext cx="501089" cy="503398"/>
              <a:chOff x="7686551" y="596782"/>
              <a:chExt cx="501089" cy="503398"/>
            </a:xfrm>
          </p:grpSpPr>
          <p:sp>
            <p:nvSpPr>
              <p:cNvPr id="1516" name="Google Shape;1516;p5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5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5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5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5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5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50"/>
            <p:cNvGrpSpPr/>
            <p:nvPr/>
          </p:nvGrpSpPr>
          <p:grpSpPr>
            <a:xfrm rot="10800000">
              <a:off x="8295957" y="4295090"/>
              <a:ext cx="626912" cy="626965"/>
              <a:chOff x="5734895" y="534991"/>
              <a:chExt cx="626912" cy="626965"/>
            </a:xfrm>
          </p:grpSpPr>
          <p:sp>
            <p:nvSpPr>
              <p:cNvPr id="1523" name="Google Shape;1523;p5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5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5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28" name="Google Shape;1528;p51"/>
          <p:cNvSpPr txBox="1"/>
          <p:nvPr>
            <p:ph idx="1" type="subTitle"/>
          </p:nvPr>
        </p:nvSpPr>
        <p:spPr>
          <a:xfrm>
            <a:off x="2219912" y="1859568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9" name="Google Shape;1529;p51"/>
          <p:cNvSpPr txBox="1"/>
          <p:nvPr>
            <p:ph idx="2" type="subTitle"/>
          </p:nvPr>
        </p:nvSpPr>
        <p:spPr>
          <a:xfrm>
            <a:off x="5556763" y="1859568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0" name="Google Shape;1530;p51"/>
          <p:cNvSpPr txBox="1"/>
          <p:nvPr>
            <p:ph idx="3" type="subTitle"/>
          </p:nvPr>
        </p:nvSpPr>
        <p:spPr>
          <a:xfrm>
            <a:off x="2219912" y="3479123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1" name="Google Shape;1531;p51"/>
          <p:cNvSpPr txBox="1"/>
          <p:nvPr>
            <p:ph idx="4" type="subTitle"/>
          </p:nvPr>
        </p:nvSpPr>
        <p:spPr>
          <a:xfrm>
            <a:off x="5556763" y="3479123"/>
            <a:ext cx="21765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2" name="Google Shape;1532;p51"/>
          <p:cNvSpPr txBox="1"/>
          <p:nvPr>
            <p:ph idx="5" type="subTitle"/>
          </p:nvPr>
        </p:nvSpPr>
        <p:spPr>
          <a:xfrm>
            <a:off x="2219912" y="1553625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3" name="Google Shape;1533;p51"/>
          <p:cNvSpPr txBox="1"/>
          <p:nvPr>
            <p:ph idx="6" type="subTitle"/>
          </p:nvPr>
        </p:nvSpPr>
        <p:spPr>
          <a:xfrm>
            <a:off x="5556761" y="1553625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4" name="Google Shape;1534;p51"/>
          <p:cNvSpPr txBox="1"/>
          <p:nvPr>
            <p:ph idx="7" type="subTitle"/>
          </p:nvPr>
        </p:nvSpPr>
        <p:spPr>
          <a:xfrm>
            <a:off x="2219912" y="3173230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35" name="Google Shape;1535;p51"/>
          <p:cNvSpPr txBox="1"/>
          <p:nvPr>
            <p:ph idx="8" type="subTitle"/>
          </p:nvPr>
        </p:nvSpPr>
        <p:spPr>
          <a:xfrm>
            <a:off x="5556761" y="3173230"/>
            <a:ext cx="21765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536" name="Google Shape;1536;p51"/>
          <p:cNvGrpSpPr/>
          <p:nvPr/>
        </p:nvGrpSpPr>
        <p:grpSpPr>
          <a:xfrm flipH="1">
            <a:off x="192215" y="90794"/>
            <a:ext cx="8798184" cy="4915592"/>
            <a:chOff x="192215" y="90794"/>
            <a:chExt cx="8798184" cy="4915592"/>
          </a:xfrm>
        </p:grpSpPr>
        <p:sp>
          <p:nvSpPr>
            <p:cNvPr id="1537" name="Google Shape;1537;p51"/>
            <p:cNvSpPr/>
            <p:nvPr/>
          </p:nvSpPr>
          <p:spPr>
            <a:xfrm>
              <a:off x="6385843" y="907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38" name="Google Shape;1538;p51"/>
            <p:cNvGrpSpPr/>
            <p:nvPr/>
          </p:nvGrpSpPr>
          <p:grpSpPr>
            <a:xfrm>
              <a:off x="192215" y="1810964"/>
              <a:ext cx="354700" cy="354032"/>
              <a:chOff x="197672" y="2243595"/>
              <a:chExt cx="504839" cy="503889"/>
            </a:xfrm>
          </p:grpSpPr>
          <p:sp>
            <p:nvSpPr>
              <p:cNvPr id="1539" name="Google Shape;1539;p51"/>
              <p:cNvSpPr/>
              <p:nvPr/>
            </p:nvSpPr>
            <p:spPr>
              <a:xfrm>
                <a:off x="450062" y="249503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51"/>
              <p:cNvSpPr/>
              <p:nvPr/>
            </p:nvSpPr>
            <p:spPr>
              <a:xfrm>
                <a:off x="197672" y="2243595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1" name="Google Shape;1541;p51"/>
            <p:cNvGrpSpPr/>
            <p:nvPr/>
          </p:nvGrpSpPr>
          <p:grpSpPr>
            <a:xfrm>
              <a:off x="3555477" y="4633169"/>
              <a:ext cx="310487" cy="310526"/>
              <a:chOff x="4404421" y="3865912"/>
              <a:chExt cx="504774" cy="504839"/>
            </a:xfrm>
          </p:grpSpPr>
          <p:sp>
            <p:nvSpPr>
              <p:cNvPr id="1542" name="Google Shape;1542;p51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51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4" name="Google Shape;1544;p51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545" name="Google Shape;1545;p51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51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7" name="Google Shape;1547;p51"/>
            <p:cNvGrpSpPr/>
            <p:nvPr/>
          </p:nvGrpSpPr>
          <p:grpSpPr>
            <a:xfrm>
              <a:off x="275004" y="4327614"/>
              <a:ext cx="483619" cy="561918"/>
              <a:chOff x="-2685446" y="7241026"/>
              <a:chExt cx="483619" cy="561918"/>
            </a:xfrm>
          </p:grpSpPr>
          <p:sp>
            <p:nvSpPr>
              <p:cNvPr id="1548" name="Google Shape;1548;p51"/>
              <p:cNvSpPr/>
              <p:nvPr/>
            </p:nvSpPr>
            <p:spPr>
              <a:xfrm>
                <a:off x="-2685446" y="75504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51"/>
              <p:cNvSpPr/>
              <p:nvPr/>
            </p:nvSpPr>
            <p:spPr>
              <a:xfrm>
                <a:off x="-2328020" y="72410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50" name="Google Shape;1550;p51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1"/>
            <p:cNvSpPr/>
            <p:nvPr/>
          </p:nvSpPr>
          <p:spPr>
            <a:xfrm>
              <a:off x="5982868" y="48801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52" name="Google Shape;1552;p51"/>
          <p:cNvGrpSpPr/>
          <p:nvPr/>
        </p:nvGrpSpPr>
        <p:grpSpPr>
          <a:xfrm>
            <a:off x="342174" y="158491"/>
            <a:ext cx="8597971" cy="4701788"/>
            <a:chOff x="342174" y="158491"/>
            <a:chExt cx="8597971" cy="4701788"/>
          </a:xfrm>
        </p:grpSpPr>
        <p:grpSp>
          <p:nvGrpSpPr>
            <p:cNvPr id="1553" name="Google Shape;1553;p51"/>
            <p:cNvGrpSpPr/>
            <p:nvPr/>
          </p:nvGrpSpPr>
          <p:grpSpPr>
            <a:xfrm flipH="1">
              <a:off x="342174" y="4356882"/>
              <a:ext cx="501089" cy="503398"/>
              <a:chOff x="7686551" y="596782"/>
              <a:chExt cx="501089" cy="503398"/>
            </a:xfrm>
          </p:grpSpPr>
          <p:sp>
            <p:nvSpPr>
              <p:cNvPr id="1554" name="Google Shape;1554;p5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5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5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5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5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5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0" name="Google Shape;1560;p51"/>
            <p:cNvGrpSpPr/>
            <p:nvPr/>
          </p:nvGrpSpPr>
          <p:grpSpPr>
            <a:xfrm flipH="1">
              <a:off x="8313232" y="158491"/>
              <a:ext cx="626912" cy="626965"/>
              <a:chOff x="5734895" y="534991"/>
              <a:chExt cx="626912" cy="626965"/>
            </a:xfrm>
          </p:grpSpPr>
          <p:sp>
            <p:nvSpPr>
              <p:cNvPr id="1561" name="Google Shape;1561;p51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51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51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566" name="Google Shape;1566;p52"/>
          <p:cNvSpPr txBox="1"/>
          <p:nvPr>
            <p:ph idx="1" type="subTitle"/>
          </p:nvPr>
        </p:nvSpPr>
        <p:spPr>
          <a:xfrm>
            <a:off x="953959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7" name="Google Shape;1567;p52"/>
          <p:cNvSpPr txBox="1"/>
          <p:nvPr>
            <p:ph idx="2" type="subTitle"/>
          </p:nvPr>
        </p:nvSpPr>
        <p:spPr>
          <a:xfrm>
            <a:off x="3429121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8" name="Google Shape;1568;p52"/>
          <p:cNvSpPr txBox="1"/>
          <p:nvPr>
            <p:ph idx="3" type="subTitle"/>
          </p:nvPr>
        </p:nvSpPr>
        <p:spPr>
          <a:xfrm>
            <a:off x="953959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9" name="Google Shape;1569;p52"/>
          <p:cNvSpPr txBox="1"/>
          <p:nvPr>
            <p:ph idx="4" type="subTitle"/>
          </p:nvPr>
        </p:nvSpPr>
        <p:spPr>
          <a:xfrm>
            <a:off x="3429121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0" name="Google Shape;1570;p52"/>
          <p:cNvSpPr txBox="1"/>
          <p:nvPr>
            <p:ph idx="5" type="subTitle"/>
          </p:nvPr>
        </p:nvSpPr>
        <p:spPr>
          <a:xfrm>
            <a:off x="5904284" y="1849449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52"/>
          <p:cNvSpPr txBox="1"/>
          <p:nvPr>
            <p:ph idx="6" type="subTitle"/>
          </p:nvPr>
        </p:nvSpPr>
        <p:spPr>
          <a:xfrm>
            <a:off x="5904284" y="3508875"/>
            <a:ext cx="22857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2" name="Google Shape;1572;p52"/>
          <p:cNvSpPr txBox="1"/>
          <p:nvPr>
            <p:ph idx="7" type="subTitle"/>
          </p:nvPr>
        </p:nvSpPr>
        <p:spPr>
          <a:xfrm>
            <a:off x="954016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3" name="Google Shape;1573;p52"/>
          <p:cNvSpPr txBox="1"/>
          <p:nvPr>
            <p:ph idx="8" type="subTitle"/>
          </p:nvPr>
        </p:nvSpPr>
        <p:spPr>
          <a:xfrm>
            <a:off x="3429179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4" name="Google Shape;1574;p52"/>
          <p:cNvSpPr txBox="1"/>
          <p:nvPr>
            <p:ph idx="9" type="subTitle"/>
          </p:nvPr>
        </p:nvSpPr>
        <p:spPr>
          <a:xfrm>
            <a:off x="954016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5" name="Google Shape;1575;p52"/>
          <p:cNvSpPr txBox="1"/>
          <p:nvPr>
            <p:ph idx="13" type="subTitle"/>
          </p:nvPr>
        </p:nvSpPr>
        <p:spPr>
          <a:xfrm>
            <a:off x="3429179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6" name="Google Shape;1576;p52"/>
          <p:cNvSpPr txBox="1"/>
          <p:nvPr>
            <p:ph idx="14" type="subTitle"/>
          </p:nvPr>
        </p:nvSpPr>
        <p:spPr>
          <a:xfrm>
            <a:off x="5904341" y="1502025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77" name="Google Shape;1577;p52"/>
          <p:cNvSpPr txBox="1"/>
          <p:nvPr>
            <p:ph idx="15" type="subTitle"/>
          </p:nvPr>
        </p:nvSpPr>
        <p:spPr>
          <a:xfrm>
            <a:off x="5904341" y="3161401"/>
            <a:ext cx="2285700" cy="46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1578" name="Google Shape;1578;p52"/>
          <p:cNvGrpSpPr/>
          <p:nvPr/>
        </p:nvGrpSpPr>
        <p:grpSpPr>
          <a:xfrm>
            <a:off x="93082" y="2705891"/>
            <a:ext cx="8838781" cy="2216163"/>
            <a:chOff x="93082" y="2705891"/>
            <a:chExt cx="8838781" cy="2216163"/>
          </a:xfrm>
        </p:grpSpPr>
        <p:grpSp>
          <p:nvGrpSpPr>
            <p:cNvPr id="1579" name="Google Shape;1579;p52"/>
            <p:cNvGrpSpPr/>
            <p:nvPr/>
          </p:nvGrpSpPr>
          <p:grpSpPr>
            <a:xfrm flipH="1">
              <a:off x="8430774" y="4418657"/>
              <a:ext cx="501089" cy="503398"/>
              <a:chOff x="7686551" y="596782"/>
              <a:chExt cx="501089" cy="503398"/>
            </a:xfrm>
          </p:grpSpPr>
          <p:sp>
            <p:nvSpPr>
              <p:cNvPr id="1580" name="Google Shape;1580;p5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5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5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5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5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5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6" name="Google Shape;1586;p52"/>
            <p:cNvGrpSpPr/>
            <p:nvPr/>
          </p:nvGrpSpPr>
          <p:grpSpPr>
            <a:xfrm flipH="1">
              <a:off x="93082" y="2705891"/>
              <a:ext cx="626912" cy="626965"/>
              <a:chOff x="5734895" y="534991"/>
              <a:chExt cx="626912" cy="626965"/>
            </a:xfrm>
          </p:grpSpPr>
          <p:sp>
            <p:nvSpPr>
              <p:cNvPr id="1587" name="Google Shape;1587;p5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5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5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90" name="Google Shape;1590;p52"/>
          <p:cNvGrpSpPr/>
          <p:nvPr/>
        </p:nvGrpSpPr>
        <p:grpSpPr>
          <a:xfrm>
            <a:off x="192220" y="137314"/>
            <a:ext cx="8798179" cy="4932648"/>
            <a:chOff x="192220" y="137314"/>
            <a:chExt cx="8798179" cy="4932648"/>
          </a:xfrm>
        </p:grpSpPr>
        <p:grpSp>
          <p:nvGrpSpPr>
            <p:cNvPr id="1591" name="Google Shape;1591;p52"/>
            <p:cNvGrpSpPr/>
            <p:nvPr/>
          </p:nvGrpSpPr>
          <p:grpSpPr>
            <a:xfrm flipH="1">
              <a:off x="192220" y="137314"/>
              <a:ext cx="8798179" cy="4932648"/>
              <a:chOff x="192215" y="137314"/>
              <a:chExt cx="8798179" cy="4932648"/>
            </a:xfrm>
          </p:grpSpPr>
          <p:sp>
            <p:nvSpPr>
              <p:cNvPr id="1592" name="Google Shape;1592;p52"/>
              <p:cNvSpPr/>
              <p:nvPr/>
            </p:nvSpPr>
            <p:spPr>
              <a:xfrm>
                <a:off x="7071643" y="319394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89"/>
                      <a:pt x="1" y="407"/>
                    </a:cubicBezTo>
                    <a:lnTo>
                      <a:pt x="1" y="1600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600"/>
                    </a:cubicBezTo>
                    <a:lnTo>
                      <a:pt x="1993" y="407"/>
                    </a:lnTo>
                    <a:cubicBezTo>
                      <a:pt x="1993" y="189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593" name="Google Shape;1593;p52"/>
              <p:cNvGrpSpPr/>
              <p:nvPr/>
            </p:nvGrpSpPr>
            <p:grpSpPr>
              <a:xfrm>
                <a:off x="192215" y="972764"/>
                <a:ext cx="354700" cy="354032"/>
                <a:chOff x="197672" y="1050598"/>
                <a:chExt cx="504839" cy="503889"/>
              </a:xfrm>
            </p:grpSpPr>
            <p:sp>
              <p:nvSpPr>
                <p:cNvPr id="1594" name="Google Shape;1594;p52"/>
                <p:cNvSpPr/>
                <p:nvPr/>
              </p:nvSpPr>
              <p:spPr>
                <a:xfrm>
                  <a:off x="450062" y="1302036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0" y="190"/>
                        <a:pt x="0" y="408"/>
                      </a:cubicBezTo>
                      <a:lnTo>
                        <a:pt x="0" y="3592"/>
                      </a:lnTo>
                      <a:cubicBezTo>
                        <a:pt x="0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810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90"/>
                        <a:pt x="3810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5" name="Google Shape;1595;p52"/>
                <p:cNvSpPr/>
                <p:nvPr/>
              </p:nvSpPr>
              <p:spPr>
                <a:xfrm>
                  <a:off x="197672" y="1050598"/>
                  <a:ext cx="378643" cy="378643"/>
                </a:xfrm>
                <a:custGeom>
                  <a:rect b="b" l="l" r="r" t="t"/>
                  <a:pathLst>
                    <a:path extrusionOk="0" h="5977" w="5977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84" y="5976"/>
                      </a:lnTo>
                      <a:cubicBezTo>
                        <a:pt x="5802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802" y="1"/>
                        <a:pt x="558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6" name="Google Shape;1596;p52"/>
              <p:cNvGrpSpPr/>
              <p:nvPr/>
            </p:nvGrpSpPr>
            <p:grpSpPr>
              <a:xfrm>
                <a:off x="5846752" y="4671694"/>
                <a:ext cx="310487" cy="310526"/>
                <a:chOff x="8129466" y="3928544"/>
                <a:chExt cx="504774" cy="504839"/>
              </a:xfrm>
            </p:grpSpPr>
            <p:sp>
              <p:nvSpPr>
                <p:cNvPr id="1597" name="Google Shape;1597;p52"/>
                <p:cNvSpPr/>
                <p:nvPr/>
              </p:nvSpPr>
              <p:spPr>
                <a:xfrm>
                  <a:off x="8129466" y="4180933"/>
                  <a:ext cx="252386" cy="252450"/>
                </a:xfrm>
                <a:custGeom>
                  <a:rect b="b" l="l" r="r" t="t"/>
                  <a:pathLst>
                    <a:path extrusionOk="0" h="3985" w="3984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3577"/>
                      </a:lnTo>
                      <a:cubicBezTo>
                        <a:pt x="0" y="3795"/>
                        <a:pt x="175" y="3984"/>
                        <a:pt x="393" y="3984"/>
                      </a:cubicBezTo>
                      <a:lnTo>
                        <a:pt x="3577" y="3984"/>
                      </a:lnTo>
                      <a:cubicBezTo>
                        <a:pt x="3795" y="3984"/>
                        <a:pt x="3984" y="3795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795" y="0"/>
                        <a:pt x="35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8" name="Google Shape;1598;p52"/>
                <p:cNvSpPr/>
                <p:nvPr/>
              </p:nvSpPr>
              <p:spPr>
                <a:xfrm>
                  <a:off x="8255661" y="3928544"/>
                  <a:ext cx="378580" cy="378643"/>
                </a:xfrm>
                <a:custGeom>
                  <a:rect b="b" l="l" r="r" t="t"/>
                  <a:pathLst>
                    <a:path extrusionOk="0" h="5977" w="5976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5569"/>
                      </a:lnTo>
                      <a:cubicBezTo>
                        <a:pt x="0" y="5787"/>
                        <a:pt x="175" y="5976"/>
                        <a:pt x="393" y="5976"/>
                      </a:cubicBezTo>
                      <a:lnTo>
                        <a:pt x="5569" y="5976"/>
                      </a:lnTo>
                      <a:cubicBezTo>
                        <a:pt x="5787" y="5976"/>
                        <a:pt x="5976" y="5787"/>
                        <a:pt x="5976" y="5569"/>
                      </a:cubicBezTo>
                      <a:lnTo>
                        <a:pt x="5976" y="393"/>
                      </a:lnTo>
                      <a:cubicBezTo>
                        <a:pt x="5976" y="175"/>
                        <a:pt x="5787" y="0"/>
                        <a:pt x="556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99" name="Google Shape;1599;p52"/>
              <p:cNvGrpSpPr/>
              <p:nvPr/>
            </p:nvGrpSpPr>
            <p:grpSpPr>
              <a:xfrm rot="5400000">
                <a:off x="8532186" y="353151"/>
                <a:ext cx="543705" cy="372711"/>
                <a:chOff x="8600161" y="155726"/>
                <a:chExt cx="543705" cy="372711"/>
              </a:xfrm>
            </p:grpSpPr>
            <p:sp>
              <p:nvSpPr>
                <p:cNvPr id="1600" name="Google Shape;1600;p52"/>
                <p:cNvSpPr/>
                <p:nvPr/>
              </p:nvSpPr>
              <p:spPr>
                <a:xfrm>
                  <a:off x="9017610" y="155726"/>
                  <a:ext cx="126257" cy="126257"/>
                </a:xfrm>
                <a:custGeom>
                  <a:rect b="b" l="l" r="r" t="t"/>
                  <a:pathLst>
                    <a:path extrusionOk="0" h="1993" w="1993">
                      <a:moveTo>
                        <a:pt x="393" y="1"/>
                      </a:moveTo>
                      <a:cubicBezTo>
                        <a:pt x="175" y="1"/>
                        <a:pt x="0" y="175"/>
                        <a:pt x="0" y="394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3"/>
                        <a:pt x="393" y="1993"/>
                      </a:cubicBezTo>
                      <a:lnTo>
                        <a:pt x="1600" y="1993"/>
                      </a:lnTo>
                      <a:cubicBezTo>
                        <a:pt x="1818" y="1993"/>
                        <a:pt x="1992" y="1818"/>
                        <a:pt x="1992" y="1600"/>
                      </a:cubicBezTo>
                      <a:lnTo>
                        <a:pt x="1992" y="394"/>
                      </a:lnTo>
                      <a:cubicBezTo>
                        <a:pt x="1992" y="175"/>
                        <a:pt x="1818" y="1"/>
                        <a:pt x="160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1" name="Google Shape;1601;p52"/>
                <p:cNvSpPr/>
                <p:nvPr/>
              </p:nvSpPr>
              <p:spPr>
                <a:xfrm>
                  <a:off x="8600161" y="275987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408"/>
                      </a:cubicBezTo>
                      <a:lnTo>
                        <a:pt x="1" y="3592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77" y="3985"/>
                      </a:lnTo>
                      <a:cubicBezTo>
                        <a:pt x="3795" y="3985"/>
                        <a:pt x="3984" y="3810"/>
                        <a:pt x="3984" y="3592"/>
                      </a:cubicBezTo>
                      <a:lnTo>
                        <a:pt x="3984" y="408"/>
                      </a:lnTo>
                      <a:cubicBezTo>
                        <a:pt x="3984" y="175"/>
                        <a:pt x="3795" y="1"/>
                        <a:pt x="357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02" name="Google Shape;1602;p52"/>
              <p:cNvGrpSpPr/>
              <p:nvPr/>
            </p:nvGrpSpPr>
            <p:grpSpPr>
              <a:xfrm>
                <a:off x="1875129" y="137314"/>
                <a:ext cx="976994" cy="279393"/>
                <a:chOff x="-1085321" y="3050726"/>
                <a:chExt cx="976994" cy="279393"/>
              </a:xfrm>
            </p:grpSpPr>
            <p:sp>
              <p:nvSpPr>
                <p:cNvPr id="1603" name="Google Shape;1603;p52"/>
                <p:cNvSpPr/>
                <p:nvPr/>
              </p:nvSpPr>
              <p:spPr>
                <a:xfrm>
                  <a:off x="-1085321" y="3077669"/>
                  <a:ext cx="252450" cy="252450"/>
                </a:xfrm>
                <a:custGeom>
                  <a:rect b="b" l="l" r="r" t="t"/>
                  <a:pathLst>
                    <a:path extrusionOk="0" h="3985" w="3985">
                      <a:moveTo>
                        <a:pt x="393" y="1"/>
                      </a:moveTo>
                      <a:cubicBezTo>
                        <a:pt x="175" y="1"/>
                        <a:pt x="1" y="175"/>
                        <a:pt x="1" y="393"/>
                      </a:cubicBezTo>
                      <a:lnTo>
                        <a:pt x="1" y="3577"/>
                      </a:lnTo>
                      <a:cubicBezTo>
                        <a:pt x="1" y="3810"/>
                        <a:pt x="175" y="3985"/>
                        <a:pt x="393" y="3985"/>
                      </a:cubicBezTo>
                      <a:lnTo>
                        <a:pt x="3592" y="3985"/>
                      </a:lnTo>
                      <a:cubicBezTo>
                        <a:pt x="3810" y="3985"/>
                        <a:pt x="3984" y="3810"/>
                        <a:pt x="3984" y="3577"/>
                      </a:cubicBezTo>
                      <a:lnTo>
                        <a:pt x="3984" y="393"/>
                      </a:lnTo>
                      <a:cubicBezTo>
                        <a:pt x="3984" y="175"/>
                        <a:pt x="3810" y="1"/>
                        <a:pt x="359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4" name="Google Shape;1604;p52"/>
                <p:cNvSpPr/>
                <p:nvPr/>
              </p:nvSpPr>
              <p:spPr>
                <a:xfrm>
                  <a:off x="-234520" y="3050726"/>
                  <a:ext cx="126193" cy="126257"/>
                </a:xfrm>
                <a:custGeom>
                  <a:rect b="b" l="l" r="r" t="t"/>
                  <a:pathLst>
                    <a:path extrusionOk="0" h="1993" w="1992">
                      <a:moveTo>
                        <a:pt x="393" y="0"/>
                      </a:moveTo>
                      <a:cubicBezTo>
                        <a:pt x="175" y="0"/>
                        <a:pt x="0" y="175"/>
                        <a:pt x="0" y="393"/>
                      </a:cubicBezTo>
                      <a:lnTo>
                        <a:pt x="0" y="1600"/>
                      </a:lnTo>
                      <a:cubicBezTo>
                        <a:pt x="0" y="1818"/>
                        <a:pt x="175" y="1992"/>
                        <a:pt x="393" y="1992"/>
                      </a:cubicBezTo>
                      <a:lnTo>
                        <a:pt x="1585" y="1992"/>
                      </a:lnTo>
                      <a:cubicBezTo>
                        <a:pt x="1803" y="1992"/>
                        <a:pt x="1992" y="1818"/>
                        <a:pt x="1992" y="1600"/>
                      </a:cubicBezTo>
                      <a:lnTo>
                        <a:pt x="1992" y="393"/>
                      </a:lnTo>
                      <a:cubicBezTo>
                        <a:pt x="1992" y="175"/>
                        <a:pt x="1803" y="0"/>
                        <a:pt x="158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05" name="Google Shape;1605;p52"/>
              <p:cNvSpPr/>
              <p:nvPr/>
            </p:nvSpPr>
            <p:spPr>
              <a:xfrm>
                <a:off x="8819118" y="454545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52"/>
              <p:cNvSpPr/>
              <p:nvPr/>
            </p:nvSpPr>
            <p:spPr>
              <a:xfrm>
                <a:off x="1728518" y="49437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7" name="Google Shape;1607;p52"/>
            <p:cNvSpPr/>
            <p:nvPr/>
          </p:nvSpPr>
          <p:spPr>
            <a:xfrm flipH="1">
              <a:off x="389640" y="4697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53"/>
          <p:cNvSpPr txBox="1"/>
          <p:nvPr>
            <p:ph hasCustomPrompt="1" type="title"/>
          </p:nvPr>
        </p:nvSpPr>
        <p:spPr>
          <a:xfrm>
            <a:off x="2223600" y="66498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0" name="Google Shape;1610;p53"/>
          <p:cNvSpPr txBox="1"/>
          <p:nvPr>
            <p:ph idx="1" type="subTitle"/>
          </p:nvPr>
        </p:nvSpPr>
        <p:spPr>
          <a:xfrm>
            <a:off x="2223600" y="1282313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11" name="Google Shape;1611;p53"/>
          <p:cNvSpPr txBox="1"/>
          <p:nvPr>
            <p:ph hasCustomPrompt="1" idx="2" type="title"/>
          </p:nvPr>
        </p:nvSpPr>
        <p:spPr>
          <a:xfrm>
            <a:off x="2223600" y="1962694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2" name="Google Shape;1612;p53"/>
          <p:cNvSpPr txBox="1"/>
          <p:nvPr>
            <p:ph idx="3" type="subTitle"/>
          </p:nvPr>
        </p:nvSpPr>
        <p:spPr>
          <a:xfrm>
            <a:off x="2223600" y="2581008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613" name="Google Shape;1613;p53"/>
          <p:cNvSpPr txBox="1"/>
          <p:nvPr>
            <p:ph hasCustomPrompt="1" idx="4" type="title"/>
          </p:nvPr>
        </p:nvSpPr>
        <p:spPr>
          <a:xfrm>
            <a:off x="2223600" y="3260400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14" name="Google Shape;1614;p53"/>
          <p:cNvSpPr txBox="1"/>
          <p:nvPr>
            <p:ph idx="5" type="subTitle"/>
          </p:nvPr>
        </p:nvSpPr>
        <p:spPr>
          <a:xfrm>
            <a:off x="2223600" y="3879704"/>
            <a:ext cx="4696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1615" name="Google Shape;1615;p53"/>
          <p:cNvGrpSpPr/>
          <p:nvPr/>
        </p:nvGrpSpPr>
        <p:grpSpPr>
          <a:xfrm>
            <a:off x="106676" y="2033166"/>
            <a:ext cx="8955356" cy="2939138"/>
            <a:chOff x="106676" y="2033166"/>
            <a:chExt cx="8955356" cy="2939138"/>
          </a:xfrm>
        </p:grpSpPr>
        <p:grpSp>
          <p:nvGrpSpPr>
            <p:cNvPr id="1616" name="Google Shape;1616;p53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1617" name="Google Shape;1617;p53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53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53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53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53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53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23" name="Google Shape;1623;p53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1624" name="Google Shape;1624;p53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53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53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27" name="Google Shape;1627;p53"/>
          <p:cNvGrpSpPr/>
          <p:nvPr/>
        </p:nvGrpSpPr>
        <p:grpSpPr>
          <a:xfrm>
            <a:off x="106668" y="107105"/>
            <a:ext cx="8913243" cy="4928728"/>
            <a:chOff x="106668" y="107105"/>
            <a:chExt cx="8913243" cy="4928728"/>
          </a:xfrm>
        </p:grpSpPr>
        <p:sp>
          <p:nvSpPr>
            <p:cNvPr id="1628" name="Google Shape;1628;p53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9" name="Google Shape;1629;p53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630" name="Google Shape;1630;p53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53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2" name="Google Shape;1632;p53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1633" name="Google Shape;1633;p53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53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5" name="Google Shape;1635;p53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636" name="Google Shape;1636;p53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53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8" name="Google Shape;1638;p53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3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0" name="Google Shape;1640;p53"/>
            <p:cNvGrpSpPr/>
            <p:nvPr/>
          </p:nvGrpSpPr>
          <p:grpSpPr>
            <a:xfrm>
              <a:off x="106668" y="2964780"/>
              <a:ext cx="278657" cy="278657"/>
              <a:chOff x="7395818" y="259505"/>
              <a:chExt cx="278657" cy="278657"/>
            </a:xfrm>
          </p:grpSpPr>
          <p:sp>
            <p:nvSpPr>
              <p:cNvPr id="1641" name="Google Shape;1641;p53"/>
              <p:cNvSpPr/>
              <p:nvPr/>
            </p:nvSpPr>
            <p:spPr>
              <a:xfrm>
                <a:off x="73958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53"/>
              <p:cNvSpPr/>
              <p:nvPr/>
            </p:nvSpPr>
            <p:spPr>
              <a:xfrm>
                <a:off x="7548218" y="4119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54"/>
          <p:cNvSpPr txBox="1"/>
          <p:nvPr>
            <p:ph type="title"/>
          </p:nvPr>
        </p:nvSpPr>
        <p:spPr>
          <a:xfrm>
            <a:off x="2347950" y="387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645" name="Google Shape;1645;p54"/>
          <p:cNvSpPr txBox="1"/>
          <p:nvPr>
            <p:ph idx="1" type="subTitle"/>
          </p:nvPr>
        </p:nvSpPr>
        <p:spPr>
          <a:xfrm>
            <a:off x="2347950" y="1646530"/>
            <a:ext cx="44481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6" name="Google Shape;1646;p54"/>
          <p:cNvSpPr txBox="1"/>
          <p:nvPr/>
        </p:nvSpPr>
        <p:spPr>
          <a:xfrm>
            <a:off x="2347950" y="34595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CREDITS: This presentation template was created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</a:t>
            </a: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and includes icons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fr" sz="12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, and infographics &amp; images by 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fr" sz="1200" u="sng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 </a:t>
            </a:r>
            <a:endParaRPr b="1" sz="1200" u="sng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1647" name="Google Shape;1647;p54"/>
          <p:cNvGrpSpPr/>
          <p:nvPr/>
        </p:nvGrpSpPr>
        <p:grpSpPr>
          <a:xfrm>
            <a:off x="212403" y="141394"/>
            <a:ext cx="8777997" cy="4914839"/>
            <a:chOff x="212403" y="141394"/>
            <a:chExt cx="8777997" cy="4914839"/>
          </a:xfrm>
        </p:grpSpPr>
        <p:sp>
          <p:nvSpPr>
            <p:cNvPr id="1648" name="Google Shape;1648;p54"/>
            <p:cNvSpPr/>
            <p:nvPr/>
          </p:nvSpPr>
          <p:spPr>
            <a:xfrm>
              <a:off x="4976218" y="141394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49" name="Google Shape;1649;p54"/>
            <p:cNvGrpSpPr/>
            <p:nvPr/>
          </p:nvGrpSpPr>
          <p:grpSpPr>
            <a:xfrm>
              <a:off x="212403" y="1444889"/>
              <a:ext cx="354700" cy="354032"/>
              <a:chOff x="197672" y="1375961"/>
              <a:chExt cx="504839" cy="503889"/>
            </a:xfrm>
          </p:grpSpPr>
          <p:sp>
            <p:nvSpPr>
              <p:cNvPr id="1650" name="Google Shape;1650;p54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54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2" name="Google Shape;1652;p54"/>
            <p:cNvGrpSpPr/>
            <p:nvPr/>
          </p:nvGrpSpPr>
          <p:grpSpPr>
            <a:xfrm>
              <a:off x="6485564" y="4745707"/>
              <a:ext cx="310487" cy="310526"/>
              <a:chOff x="4404421" y="3865912"/>
              <a:chExt cx="504774" cy="504839"/>
            </a:xfrm>
          </p:grpSpPr>
          <p:sp>
            <p:nvSpPr>
              <p:cNvPr id="1653" name="Google Shape;1653;p54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54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5" name="Google Shape;1655;p54"/>
            <p:cNvGrpSpPr/>
            <p:nvPr/>
          </p:nvGrpSpPr>
          <p:grpSpPr>
            <a:xfrm rot="5400000">
              <a:off x="8299799" y="394776"/>
              <a:ext cx="543705" cy="372711"/>
              <a:chOff x="8600161" y="155726"/>
              <a:chExt cx="543705" cy="372711"/>
            </a:xfrm>
          </p:grpSpPr>
          <p:sp>
            <p:nvSpPr>
              <p:cNvPr id="1656" name="Google Shape;1656;p54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54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58" name="Google Shape;1658;p54"/>
            <p:cNvGrpSpPr/>
            <p:nvPr/>
          </p:nvGrpSpPr>
          <p:grpSpPr>
            <a:xfrm>
              <a:off x="339279" y="4327614"/>
              <a:ext cx="483619" cy="561918"/>
              <a:chOff x="170054" y="3050726"/>
              <a:chExt cx="483619" cy="561918"/>
            </a:xfrm>
          </p:grpSpPr>
          <p:sp>
            <p:nvSpPr>
              <p:cNvPr id="1659" name="Google Shape;1659;p54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54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61" name="Google Shape;1661;p54"/>
            <p:cNvSpPr/>
            <p:nvPr/>
          </p:nvSpPr>
          <p:spPr>
            <a:xfrm>
              <a:off x="8864143" y="305683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4"/>
            <p:cNvSpPr/>
            <p:nvPr/>
          </p:nvSpPr>
          <p:spPr>
            <a:xfrm>
              <a:off x="2617643" y="46915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3" name="Google Shape;1663;p54"/>
          <p:cNvGrpSpPr/>
          <p:nvPr/>
        </p:nvGrpSpPr>
        <p:grpSpPr>
          <a:xfrm>
            <a:off x="884020" y="141391"/>
            <a:ext cx="7938171" cy="4604313"/>
            <a:chOff x="884020" y="141391"/>
            <a:chExt cx="7938171" cy="4604313"/>
          </a:xfrm>
        </p:grpSpPr>
        <p:grpSp>
          <p:nvGrpSpPr>
            <p:cNvPr id="1664" name="Google Shape;1664;p54"/>
            <p:cNvGrpSpPr/>
            <p:nvPr/>
          </p:nvGrpSpPr>
          <p:grpSpPr>
            <a:xfrm>
              <a:off x="884020" y="141391"/>
              <a:ext cx="626912" cy="626965"/>
              <a:chOff x="5734895" y="534991"/>
              <a:chExt cx="626912" cy="626965"/>
            </a:xfrm>
          </p:grpSpPr>
          <p:sp>
            <p:nvSpPr>
              <p:cNvPr id="1665" name="Google Shape;1665;p54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54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54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8" name="Google Shape;1668;p54"/>
            <p:cNvGrpSpPr/>
            <p:nvPr/>
          </p:nvGrpSpPr>
          <p:grpSpPr>
            <a:xfrm>
              <a:off x="8321101" y="4242307"/>
              <a:ext cx="501089" cy="503398"/>
              <a:chOff x="7686551" y="596782"/>
              <a:chExt cx="501089" cy="503398"/>
            </a:xfrm>
          </p:grpSpPr>
          <p:sp>
            <p:nvSpPr>
              <p:cNvPr id="1669" name="Google Shape;1669;p54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54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54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54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3" name="Google Shape;1673;p54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4" name="Google Shape;1674;p54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6" name="Google Shape;1676;p55"/>
          <p:cNvGrpSpPr/>
          <p:nvPr/>
        </p:nvGrpSpPr>
        <p:grpSpPr>
          <a:xfrm flipH="1" rot="10800000">
            <a:off x="259740" y="184689"/>
            <a:ext cx="8730654" cy="4821682"/>
            <a:chOff x="259740" y="184689"/>
            <a:chExt cx="8730654" cy="4821682"/>
          </a:xfrm>
        </p:grpSpPr>
        <p:sp>
          <p:nvSpPr>
            <p:cNvPr id="1677" name="Google Shape;1677;p55"/>
            <p:cNvSpPr/>
            <p:nvPr/>
          </p:nvSpPr>
          <p:spPr>
            <a:xfrm>
              <a:off x="5856618" y="3440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78" name="Google Shape;1678;p55"/>
            <p:cNvGrpSpPr/>
            <p:nvPr/>
          </p:nvGrpSpPr>
          <p:grpSpPr>
            <a:xfrm>
              <a:off x="259740" y="1685314"/>
              <a:ext cx="354700" cy="354032"/>
              <a:chOff x="197672" y="1375961"/>
              <a:chExt cx="504839" cy="503889"/>
            </a:xfrm>
          </p:grpSpPr>
          <p:sp>
            <p:nvSpPr>
              <p:cNvPr id="1679" name="Google Shape;1679;p5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0" name="Google Shape;1680;p5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1" name="Google Shape;1681;p55"/>
            <p:cNvGrpSpPr/>
            <p:nvPr/>
          </p:nvGrpSpPr>
          <p:grpSpPr>
            <a:xfrm>
              <a:off x="2283677" y="4695844"/>
              <a:ext cx="310487" cy="310526"/>
              <a:chOff x="4404421" y="3865912"/>
              <a:chExt cx="504774" cy="504839"/>
            </a:xfrm>
          </p:grpSpPr>
          <p:sp>
            <p:nvSpPr>
              <p:cNvPr id="1682" name="Google Shape;1682;p55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3" name="Google Shape;1683;p55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4" name="Google Shape;1684;p55"/>
            <p:cNvGrpSpPr/>
            <p:nvPr/>
          </p:nvGrpSpPr>
          <p:grpSpPr>
            <a:xfrm rot="5400000">
              <a:off x="8532186" y="353151"/>
              <a:ext cx="543705" cy="372711"/>
              <a:chOff x="8600161" y="155726"/>
              <a:chExt cx="543705" cy="372711"/>
            </a:xfrm>
          </p:grpSpPr>
          <p:sp>
            <p:nvSpPr>
              <p:cNvPr id="1685" name="Google Shape;1685;p55"/>
              <p:cNvSpPr/>
              <p:nvPr/>
            </p:nvSpPr>
            <p:spPr>
              <a:xfrm>
                <a:off x="9017610" y="155726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3" y="1"/>
                    </a:moveTo>
                    <a:cubicBezTo>
                      <a:pt x="175" y="1"/>
                      <a:pt x="0" y="175"/>
                      <a:pt x="0" y="394"/>
                    </a:cubicBezTo>
                    <a:lnTo>
                      <a:pt x="0" y="1600"/>
                    </a:lnTo>
                    <a:cubicBezTo>
                      <a:pt x="0" y="1818"/>
                      <a:pt x="175" y="1993"/>
                      <a:pt x="393" y="1993"/>
                    </a:cubicBezTo>
                    <a:lnTo>
                      <a:pt x="1600" y="1993"/>
                    </a:lnTo>
                    <a:cubicBezTo>
                      <a:pt x="1818" y="1993"/>
                      <a:pt x="1992" y="1818"/>
                      <a:pt x="1992" y="1600"/>
                    </a:cubicBezTo>
                    <a:lnTo>
                      <a:pt x="1992" y="394"/>
                    </a:lnTo>
                    <a:cubicBezTo>
                      <a:pt x="1992" y="175"/>
                      <a:pt x="1818" y="1"/>
                      <a:pt x="16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55"/>
              <p:cNvSpPr/>
              <p:nvPr/>
            </p:nvSpPr>
            <p:spPr>
              <a:xfrm>
                <a:off x="8600161" y="275987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408"/>
                    </a:cubicBezTo>
                    <a:lnTo>
                      <a:pt x="1" y="3592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795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75"/>
                      <a:pt x="3795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7" name="Google Shape;1687;p55"/>
            <p:cNvGrpSpPr/>
            <p:nvPr/>
          </p:nvGrpSpPr>
          <p:grpSpPr>
            <a:xfrm>
              <a:off x="3112229" y="184689"/>
              <a:ext cx="483619" cy="561918"/>
              <a:chOff x="170054" y="3050726"/>
              <a:chExt cx="483619" cy="561918"/>
            </a:xfrm>
          </p:grpSpPr>
          <p:sp>
            <p:nvSpPr>
              <p:cNvPr id="1688" name="Google Shape;1688;p55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55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90" name="Google Shape;1690;p55"/>
            <p:cNvSpPr/>
            <p:nvPr/>
          </p:nvSpPr>
          <p:spPr>
            <a:xfrm>
              <a:off x="8808043" y="3867180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5"/>
            <p:cNvSpPr/>
            <p:nvPr/>
          </p:nvSpPr>
          <p:spPr>
            <a:xfrm>
              <a:off x="5926593" y="46958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2" name="Google Shape;1692;p55"/>
            <p:cNvGrpSpPr/>
            <p:nvPr/>
          </p:nvGrpSpPr>
          <p:grpSpPr>
            <a:xfrm flipH="1" rot="10800000">
              <a:off x="8453340" y="4645364"/>
              <a:ext cx="354700" cy="354032"/>
              <a:chOff x="197672" y="1375961"/>
              <a:chExt cx="504839" cy="503889"/>
            </a:xfrm>
          </p:grpSpPr>
          <p:sp>
            <p:nvSpPr>
              <p:cNvPr id="1693" name="Google Shape;1693;p55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55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95" name="Google Shape;1695;p55"/>
          <p:cNvGrpSpPr/>
          <p:nvPr/>
        </p:nvGrpSpPr>
        <p:grpSpPr>
          <a:xfrm flipH="1" rot="10800000">
            <a:off x="267595" y="375004"/>
            <a:ext cx="8721721" cy="4631349"/>
            <a:chOff x="343795" y="184707"/>
            <a:chExt cx="8721721" cy="4631349"/>
          </a:xfrm>
        </p:grpSpPr>
        <p:grpSp>
          <p:nvGrpSpPr>
            <p:cNvPr id="1696" name="Google Shape;1696;p55"/>
            <p:cNvGrpSpPr/>
            <p:nvPr/>
          </p:nvGrpSpPr>
          <p:grpSpPr>
            <a:xfrm>
              <a:off x="8564426" y="2218232"/>
              <a:ext cx="501089" cy="503398"/>
              <a:chOff x="7686551" y="596782"/>
              <a:chExt cx="501089" cy="503398"/>
            </a:xfrm>
          </p:grpSpPr>
          <p:sp>
            <p:nvSpPr>
              <p:cNvPr id="1697" name="Google Shape;1697;p5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5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5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5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5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5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3" name="Google Shape;1703;p55"/>
            <p:cNvGrpSpPr/>
            <p:nvPr/>
          </p:nvGrpSpPr>
          <p:grpSpPr>
            <a:xfrm>
              <a:off x="343795" y="4189091"/>
              <a:ext cx="626912" cy="626965"/>
              <a:chOff x="5734895" y="534991"/>
              <a:chExt cx="626912" cy="626965"/>
            </a:xfrm>
          </p:grpSpPr>
          <p:sp>
            <p:nvSpPr>
              <p:cNvPr id="1704" name="Google Shape;1704;p5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5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5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7" name="Google Shape;1707;p55"/>
            <p:cNvGrpSpPr/>
            <p:nvPr/>
          </p:nvGrpSpPr>
          <p:grpSpPr>
            <a:xfrm>
              <a:off x="614451" y="184707"/>
              <a:ext cx="501089" cy="503398"/>
              <a:chOff x="7686551" y="596782"/>
              <a:chExt cx="501089" cy="503398"/>
            </a:xfrm>
          </p:grpSpPr>
          <p:sp>
            <p:nvSpPr>
              <p:cNvPr id="1708" name="Google Shape;1708;p5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9" name="Google Shape;1709;p5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0" name="Google Shape;1710;p5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1" name="Google Shape;1711;p5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2" name="Google Shape;1712;p5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3" name="Google Shape;1713;p5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5" name="Google Shape;1715;p56"/>
          <p:cNvGrpSpPr/>
          <p:nvPr/>
        </p:nvGrpSpPr>
        <p:grpSpPr>
          <a:xfrm flipH="1">
            <a:off x="106668" y="2033166"/>
            <a:ext cx="8955356" cy="2939138"/>
            <a:chOff x="106676" y="2033166"/>
            <a:chExt cx="8955356" cy="2939138"/>
          </a:xfrm>
        </p:grpSpPr>
        <p:grpSp>
          <p:nvGrpSpPr>
            <p:cNvPr id="1716" name="Google Shape;1716;p56"/>
            <p:cNvGrpSpPr/>
            <p:nvPr/>
          </p:nvGrpSpPr>
          <p:grpSpPr>
            <a:xfrm>
              <a:off x="106676" y="4468907"/>
              <a:ext cx="501089" cy="503398"/>
              <a:chOff x="7686551" y="596782"/>
              <a:chExt cx="501089" cy="503398"/>
            </a:xfrm>
          </p:grpSpPr>
          <p:sp>
            <p:nvSpPr>
              <p:cNvPr id="1717" name="Google Shape;1717;p56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56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56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56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56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56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23" name="Google Shape;1723;p56"/>
            <p:cNvGrpSpPr/>
            <p:nvPr/>
          </p:nvGrpSpPr>
          <p:grpSpPr>
            <a:xfrm>
              <a:off x="8435120" y="2033166"/>
              <a:ext cx="626912" cy="626965"/>
              <a:chOff x="5734895" y="534991"/>
              <a:chExt cx="626912" cy="626965"/>
            </a:xfrm>
          </p:grpSpPr>
          <p:sp>
            <p:nvSpPr>
              <p:cNvPr id="1724" name="Google Shape;1724;p56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56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56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7" name="Google Shape;1727;p56"/>
          <p:cNvGrpSpPr/>
          <p:nvPr/>
        </p:nvGrpSpPr>
        <p:grpSpPr>
          <a:xfrm flipH="1">
            <a:off x="148789" y="107105"/>
            <a:ext cx="8766908" cy="4928728"/>
            <a:chOff x="253003" y="107105"/>
            <a:chExt cx="8766908" cy="4928728"/>
          </a:xfrm>
        </p:grpSpPr>
        <p:sp>
          <p:nvSpPr>
            <p:cNvPr id="1728" name="Google Shape;1728;p56"/>
            <p:cNvSpPr/>
            <p:nvPr/>
          </p:nvSpPr>
          <p:spPr>
            <a:xfrm>
              <a:off x="2501493" y="238819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89"/>
                    <a:pt x="1" y="407"/>
                  </a:cubicBezTo>
                  <a:lnTo>
                    <a:pt x="1" y="1600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600"/>
                  </a:cubicBezTo>
                  <a:lnTo>
                    <a:pt x="1993" y="407"/>
                  </a:lnTo>
                  <a:cubicBezTo>
                    <a:pt x="1993" y="189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9" name="Google Shape;1729;p56"/>
            <p:cNvGrpSpPr/>
            <p:nvPr/>
          </p:nvGrpSpPr>
          <p:grpSpPr>
            <a:xfrm>
              <a:off x="253003" y="238827"/>
              <a:ext cx="354700" cy="354032"/>
              <a:chOff x="197672" y="1375961"/>
              <a:chExt cx="504839" cy="503889"/>
            </a:xfrm>
          </p:grpSpPr>
          <p:sp>
            <p:nvSpPr>
              <p:cNvPr id="1730" name="Google Shape;1730;p56"/>
              <p:cNvSpPr/>
              <p:nvPr/>
            </p:nvSpPr>
            <p:spPr>
              <a:xfrm>
                <a:off x="450062" y="1627399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0" y="190"/>
                      <a:pt x="0" y="408"/>
                    </a:cubicBezTo>
                    <a:lnTo>
                      <a:pt x="0" y="3592"/>
                    </a:lnTo>
                    <a:cubicBezTo>
                      <a:pt x="0" y="3810"/>
                      <a:pt x="175" y="3985"/>
                      <a:pt x="393" y="3985"/>
                    </a:cubicBezTo>
                    <a:lnTo>
                      <a:pt x="3577" y="3985"/>
                    </a:lnTo>
                    <a:cubicBezTo>
                      <a:pt x="3810" y="3985"/>
                      <a:pt x="3984" y="3810"/>
                      <a:pt x="3984" y="3592"/>
                    </a:cubicBezTo>
                    <a:lnTo>
                      <a:pt x="3984" y="408"/>
                    </a:lnTo>
                    <a:cubicBezTo>
                      <a:pt x="3984" y="190"/>
                      <a:pt x="3810" y="1"/>
                      <a:pt x="35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1" name="Google Shape;1731;p56"/>
              <p:cNvSpPr/>
              <p:nvPr/>
            </p:nvSpPr>
            <p:spPr>
              <a:xfrm>
                <a:off x="197672" y="1375961"/>
                <a:ext cx="378643" cy="378643"/>
              </a:xfrm>
              <a:custGeom>
                <a:rect b="b" l="l" r="r" t="t"/>
                <a:pathLst>
                  <a:path extrusionOk="0" h="5977" w="5977">
                    <a:moveTo>
                      <a:pt x="393" y="1"/>
                    </a:moveTo>
                    <a:cubicBezTo>
                      <a:pt x="175" y="1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84" y="5976"/>
                    </a:lnTo>
                    <a:cubicBezTo>
                      <a:pt x="5802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802" y="1"/>
                      <a:pt x="558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2" name="Google Shape;1732;p56"/>
            <p:cNvGrpSpPr/>
            <p:nvPr/>
          </p:nvGrpSpPr>
          <p:grpSpPr>
            <a:xfrm>
              <a:off x="4129477" y="4725307"/>
              <a:ext cx="310487" cy="310526"/>
              <a:chOff x="4404421" y="3865912"/>
              <a:chExt cx="504774" cy="504839"/>
            </a:xfrm>
          </p:grpSpPr>
          <p:sp>
            <p:nvSpPr>
              <p:cNvPr id="1733" name="Google Shape;1733;p56"/>
              <p:cNvSpPr/>
              <p:nvPr/>
            </p:nvSpPr>
            <p:spPr>
              <a:xfrm>
                <a:off x="4404421" y="4118301"/>
                <a:ext cx="252386" cy="252450"/>
              </a:xfrm>
              <a:custGeom>
                <a:rect b="b" l="l" r="r" t="t"/>
                <a:pathLst>
                  <a:path extrusionOk="0" h="3985" w="3984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3577"/>
                    </a:lnTo>
                    <a:cubicBezTo>
                      <a:pt x="0" y="3795"/>
                      <a:pt x="175" y="3984"/>
                      <a:pt x="393" y="3984"/>
                    </a:cubicBezTo>
                    <a:lnTo>
                      <a:pt x="3577" y="3984"/>
                    </a:lnTo>
                    <a:cubicBezTo>
                      <a:pt x="3795" y="3984"/>
                      <a:pt x="3984" y="3795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795" y="0"/>
                      <a:pt x="35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4" name="Google Shape;1734;p56"/>
              <p:cNvSpPr/>
              <p:nvPr/>
            </p:nvSpPr>
            <p:spPr>
              <a:xfrm>
                <a:off x="4530616" y="3865912"/>
                <a:ext cx="378580" cy="378643"/>
              </a:xfrm>
              <a:custGeom>
                <a:rect b="b" l="l" r="r" t="t"/>
                <a:pathLst>
                  <a:path extrusionOk="0" h="5977" w="5976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5569"/>
                    </a:lnTo>
                    <a:cubicBezTo>
                      <a:pt x="0" y="5787"/>
                      <a:pt x="175" y="5976"/>
                      <a:pt x="393" y="5976"/>
                    </a:cubicBezTo>
                    <a:lnTo>
                      <a:pt x="5569" y="5976"/>
                    </a:lnTo>
                    <a:cubicBezTo>
                      <a:pt x="5787" y="5976"/>
                      <a:pt x="5976" y="5787"/>
                      <a:pt x="5976" y="5569"/>
                    </a:cubicBezTo>
                    <a:lnTo>
                      <a:pt x="5976" y="393"/>
                    </a:lnTo>
                    <a:cubicBezTo>
                      <a:pt x="5976" y="175"/>
                      <a:pt x="5787" y="0"/>
                      <a:pt x="556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35" name="Google Shape;1735;p56"/>
            <p:cNvGrpSpPr/>
            <p:nvPr/>
          </p:nvGrpSpPr>
          <p:grpSpPr>
            <a:xfrm flipH="1" rot="10800000">
              <a:off x="8536292" y="365064"/>
              <a:ext cx="483619" cy="561918"/>
              <a:chOff x="170054" y="3050726"/>
              <a:chExt cx="483619" cy="561918"/>
            </a:xfrm>
          </p:grpSpPr>
          <p:sp>
            <p:nvSpPr>
              <p:cNvPr id="1736" name="Google Shape;1736;p56"/>
              <p:cNvSpPr/>
              <p:nvPr/>
            </p:nvSpPr>
            <p:spPr>
              <a:xfrm>
                <a:off x="170054" y="3360194"/>
                <a:ext cx="252450" cy="252450"/>
              </a:xfrm>
              <a:custGeom>
                <a:rect b="b" l="l" r="r" t="t"/>
                <a:pathLst>
                  <a:path extrusionOk="0" h="3985" w="3985">
                    <a:moveTo>
                      <a:pt x="393" y="1"/>
                    </a:moveTo>
                    <a:cubicBezTo>
                      <a:pt x="175" y="1"/>
                      <a:pt x="1" y="175"/>
                      <a:pt x="1" y="393"/>
                    </a:cubicBezTo>
                    <a:lnTo>
                      <a:pt x="1" y="3577"/>
                    </a:lnTo>
                    <a:cubicBezTo>
                      <a:pt x="1" y="3810"/>
                      <a:pt x="175" y="3985"/>
                      <a:pt x="393" y="3985"/>
                    </a:cubicBezTo>
                    <a:lnTo>
                      <a:pt x="3592" y="3985"/>
                    </a:lnTo>
                    <a:cubicBezTo>
                      <a:pt x="3810" y="3985"/>
                      <a:pt x="3984" y="3810"/>
                      <a:pt x="3984" y="3577"/>
                    </a:cubicBezTo>
                    <a:lnTo>
                      <a:pt x="3984" y="393"/>
                    </a:lnTo>
                    <a:cubicBezTo>
                      <a:pt x="3984" y="175"/>
                      <a:pt x="3810" y="1"/>
                      <a:pt x="359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7" name="Google Shape;1737;p56"/>
              <p:cNvSpPr/>
              <p:nvPr/>
            </p:nvSpPr>
            <p:spPr>
              <a:xfrm>
                <a:off x="527480" y="3050726"/>
                <a:ext cx="126193" cy="126257"/>
              </a:xfrm>
              <a:custGeom>
                <a:rect b="b" l="l" r="r" t="t"/>
                <a:pathLst>
                  <a:path extrusionOk="0" h="1993" w="1992">
                    <a:moveTo>
                      <a:pt x="393" y="0"/>
                    </a:moveTo>
                    <a:cubicBezTo>
                      <a:pt x="175" y="0"/>
                      <a:pt x="0" y="175"/>
                      <a:pt x="0" y="393"/>
                    </a:cubicBezTo>
                    <a:lnTo>
                      <a:pt x="0" y="1600"/>
                    </a:lnTo>
                    <a:cubicBezTo>
                      <a:pt x="0" y="1818"/>
                      <a:pt x="175" y="1992"/>
                      <a:pt x="393" y="1992"/>
                    </a:cubicBezTo>
                    <a:lnTo>
                      <a:pt x="1585" y="1992"/>
                    </a:lnTo>
                    <a:cubicBezTo>
                      <a:pt x="1803" y="1992"/>
                      <a:pt x="1992" y="1818"/>
                      <a:pt x="1992" y="1600"/>
                    </a:cubicBezTo>
                    <a:lnTo>
                      <a:pt x="1992" y="393"/>
                    </a:lnTo>
                    <a:cubicBezTo>
                      <a:pt x="1992" y="175"/>
                      <a:pt x="1803" y="0"/>
                      <a:pt x="158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8" name="Google Shape;1738;p56"/>
            <p:cNvSpPr/>
            <p:nvPr/>
          </p:nvSpPr>
          <p:spPr>
            <a:xfrm>
              <a:off x="8685455" y="481745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6"/>
            <p:cNvSpPr/>
            <p:nvPr/>
          </p:nvSpPr>
          <p:spPr>
            <a:xfrm>
              <a:off x="7243418" y="107105"/>
              <a:ext cx="126257" cy="126257"/>
            </a:xfrm>
            <a:custGeom>
              <a:rect b="b" l="l" r="r" t="t"/>
              <a:pathLst>
                <a:path extrusionOk="0" h="1993" w="1993">
                  <a:moveTo>
                    <a:pt x="394" y="0"/>
                  </a:moveTo>
                  <a:cubicBezTo>
                    <a:pt x="175" y="0"/>
                    <a:pt x="1" y="175"/>
                    <a:pt x="1" y="393"/>
                  </a:cubicBezTo>
                  <a:lnTo>
                    <a:pt x="1" y="1585"/>
                  </a:lnTo>
                  <a:cubicBezTo>
                    <a:pt x="1" y="1818"/>
                    <a:pt x="175" y="1992"/>
                    <a:pt x="394" y="1992"/>
                  </a:cubicBezTo>
                  <a:lnTo>
                    <a:pt x="1586" y="1992"/>
                  </a:lnTo>
                  <a:cubicBezTo>
                    <a:pt x="1804" y="1992"/>
                    <a:pt x="1993" y="1818"/>
                    <a:pt x="1993" y="1585"/>
                  </a:cubicBezTo>
                  <a:lnTo>
                    <a:pt x="1993" y="393"/>
                  </a:lnTo>
                  <a:cubicBezTo>
                    <a:pt x="1993" y="175"/>
                    <a:pt x="1804" y="0"/>
                    <a:pt x="15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0" name="Google Shape;1740;p56"/>
            <p:cNvGrpSpPr/>
            <p:nvPr/>
          </p:nvGrpSpPr>
          <p:grpSpPr>
            <a:xfrm>
              <a:off x="487668" y="2812380"/>
              <a:ext cx="278657" cy="278657"/>
              <a:chOff x="7776818" y="107105"/>
              <a:chExt cx="278657" cy="278657"/>
            </a:xfrm>
          </p:grpSpPr>
          <p:sp>
            <p:nvSpPr>
              <p:cNvPr id="1741" name="Google Shape;1741;p56"/>
              <p:cNvSpPr/>
              <p:nvPr/>
            </p:nvSpPr>
            <p:spPr>
              <a:xfrm>
                <a:off x="7776818" y="1071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56"/>
              <p:cNvSpPr/>
              <p:nvPr/>
            </p:nvSpPr>
            <p:spPr>
              <a:xfrm>
                <a:off x="7929218" y="259505"/>
                <a:ext cx="126257" cy="126257"/>
              </a:xfrm>
              <a:custGeom>
                <a:rect b="b" l="l" r="r" t="t"/>
                <a:pathLst>
                  <a:path extrusionOk="0" h="1993" w="1993">
                    <a:moveTo>
                      <a:pt x="394" y="0"/>
                    </a:moveTo>
                    <a:cubicBezTo>
                      <a:pt x="175" y="0"/>
                      <a:pt x="1" y="175"/>
                      <a:pt x="1" y="393"/>
                    </a:cubicBezTo>
                    <a:lnTo>
                      <a:pt x="1" y="1585"/>
                    </a:lnTo>
                    <a:cubicBezTo>
                      <a:pt x="1" y="1818"/>
                      <a:pt x="175" y="1992"/>
                      <a:pt x="394" y="1992"/>
                    </a:cubicBezTo>
                    <a:lnTo>
                      <a:pt x="1586" y="1992"/>
                    </a:lnTo>
                    <a:cubicBezTo>
                      <a:pt x="1804" y="1992"/>
                      <a:pt x="1993" y="1818"/>
                      <a:pt x="1993" y="1585"/>
                    </a:cubicBezTo>
                    <a:lnTo>
                      <a:pt x="1993" y="393"/>
                    </a:lnTo>
                    <a:cubicBezTo>
                      <a:pt x="1993" y="175"/>
                      <a:pt x="1804" y="0"/>
                      <a:pt x="15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Be Vietnam Pro"/>
              <a:buNone/>
              <a:defRPr b="1" sz="3400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  <p:sp>
        <p:nvSpPr>
          <p:cNvPr id="876" name="Google Shape;876;p29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●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○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e Vietnam Pro"/>
              <a:buChar char="■"/>
              <a:defRPr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57"/>
          <p:cNvSpPr txBox="1"/>
          <p:nvPr>
            <p:ph type="ctrTitle"/>
          </p:nvPr>
        </p:nvSpPr>
        <p:spPr>
          <a:xfrm>
            <a:off x="205024" y="946300"/>
            <a:ext cx="4637400" cy="271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900"/>
              <a:t>Gérez le support utilisateurs et améliorez votre niveau de service</a:t>
            </a:r>
            <a:endParaRPr sz="3900"/>
          </a:p>
        </p:txBody>
      </p:sp>
      <p:sp>
        <p:nvSpPr>
          <p:cNvPr id="1748" name="Google Shape;1748;p57"/>
          <p:cNvSpPr txBox="1"/>
          <p:nvPr>
            <p:ph idx="1" type="subTitle"/>
          </p:nvPr>
        </p:nvSpPr>
        <p:spPr>
          <a:xfrm>
            <a:off x="205027" y="3696950"/>
            <a:ext cx="463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Ho</a:t>
            </a:r>
            <a:r>
              <a:rPr lang="fr"/>
              <a:t>ëllard Calix - Administrateur </a:t>
            </a:r>
            <a:r>
              <a:rPr lang="fr"/>
              <a:t>Systèmes</a:t>
            </a:r>
            <a:r>
              <a:rPr lang="fr"/>
              <a:t> &amp; Réseaux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17/10/2025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 l’attention de Marina</a:t>
            </a:r>
            <a:endParaRPr/>
          </a:p>
        </p:txBody>
      </p:sp>
      <p:pic>
        <p:nvPicPr>
          <p:cNvPr id="1749" name="Google Shape;1749;p57" title="TMRMI0q5EqDxvvEnIg1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8" y="0"/>
            <a:ext cx="400049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Quels sont</a:t>
            </a:r>
            <a:r>
              <a:rPr lang="fr"/>
              <a:t> </a:t>
            </a:r>
            <a:r>
              <a:rPr lang="fr">
                <a:solidFill>
                  <a:schemeClr val="dk1"/>
                </a:solidFill>
              </a:rPr>
              <a:t>les objectifs principaux?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55" name="Google Shape;1755;p58"/>
          <p:cNvSpPr txBox="1"/>
          <p:nvPr>
            <p:ph idx="1" type="subTitle"/>
          </p:nvPr>
        </p:nvSpPr>
        <p:spPr>
          <a:xfrm>
            <a:off x="937625" y="2655425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Rétablir le </a:t>
            </a:r>
            <a:r>
              <a:rPr b="1" lang="fr" sz="2000"/>
              <a:t>Service.</a:t>
            </a:r>
            <a:endParaRPr b="1" sz="2000"/>
          </a:p>
        </p:txBody>
      </p:sp>
      <p:sp>
        <p:nvSpPr>
          <p:cNvPr id="1756" name="Google Shape;1756;p58"/>
          <p:cNvSpPr txBox="1"/>
          <p:nvPr>
            <p:ph idx="2" type="subTitle"/>
          </p:nvPr>
        </p:nvSpPr>
        <p:spPr>
          <a:xfrm>
            <a:off x="3484347" y="27042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/>
              <a:t>Maintenabilité </a:t>
            </a:r>
            <a:r>
              <a:rPr lang="fr" sz="2000"/>
              <a:t>du Support.</a:t>
            </a:r>
            <a:endParaRPr sz="2000"/>
          </a:p>
        </p:txBody>
      </p:sp>
      <p:sp>
        <p:nvSpPr>
          <p:cNvPr id="1757" name="Google Shape;1757;p58"/>
          <p:cNvSpPr txBox="1"/>
          <p:nvPr>
            <p:ph idx="3" type="subTitle"/>
          </p:nvPr>
        </p:nvSpPr>
        <p:spPr>
          <a:xfrm>
            <a:off x="6031075" y="2704250"/>
            <a:ext cx="2175300" cy="11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Amélioration du</a:t>
            </a:r>
            <a:r>
              <a:rPr b="1" lang="fr" sz="2000"/>
              <a:t> Support.</a:t>
            </a:r>
            <a:endParaRPr/>
          </a:p>
        </p:txBody>
      </p:sp>
      <p:sp>
        <p:nvSpPr>
          <p:cNvPr id="1758" name="Google Shape;1758;p58"/>
          <p:cNvSpPr/>
          <p:nvPr/>
        </p:nvSpPr>
        <p:spPr>
          <a:xfrm>
            <a:off x="1670675" y="1946213"/>
            <a:ext cx="709200" cy="70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58"/>
          <p:cNvSpPr/>
          <p:nvPr/>
        </p:nvSpPr>
        <p:spPr>
          <a:xfrm>
            <a:off x="4217400" y="1946213"/>
            <a:ext cx="709200" cy="70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58"/>
          <p:cNvSpPr/>
          <p:nvPr/>
        </p:nvSpPr>
        <p:spPr>
          <a:xfrm>
            <a:off x="6764125" y="1946213"/>
            <a:ext cx="709200" cy="70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1" name="Google Shape;1761;p58"/>
          <p:cNvGrpSpPr/>
          <p:nvPr/>
        </p:nvGrpSpPr>
        <p:grpSpPr>
          <a:xfrm>
            <a:off x="1817406" y="2093094"/>
            <a:ext cx="415747" cy="415446"/>
            <a:chOff x="1303537" y="1502716"/>
            <a:chExt cx="362939" cy="362677"/>
          </a:xfrm>
        </p:grpSpPr>
        <p:sp>
          <p:nvSpPr>
            <p:cNvPr id="1762" name="Google Shape;1762;p58"/>
            <p:cNvSpPr/>
            <p:nvPr/>
          </p:nvSpPr>
          <p:spPr>
            <a:xfrm>
              <a:off x="1426697" y="1695727"/>
              <a:ext cx="116883" cy="99552"/>
            </a:xfrm>
            <a:custGeom>
              <a:rect b="b" l="l" r="r" t="t"/>
              <a:pathLst>
                <a:path extrusionOk="0" h="3791" w="4451">
                  <a:moveTo>
                    <a:pt x="1560" y="0"/>
                  </a:moveTo>
                  <a:lnTo>
                    <a:pt x="1560" y="297"/>
                  </a:lnTo>
                  <a:cubicBezTo>
                    <a:pt x="1560" y="383"/>
                    <a:pt x="1503" y="469"/>
                    <a:pt x="1426" y="507"/>
                  </a:cubicBezTo>
                  <a:lnTo>
                    <a:pt x="402" y="938"/>
                  </a:lnTo>
                  <a:cubicBezTo>
                    <a:pt x="154" y="1043"/>
                    <a:pt x="0" y="1283"/>
                    <a:pt x="0" y="1551"/>
                  </a:cubicBezTo>
                  <a:lnTo>
                    <a:pt x="0" y="3790"/>
                  </a:lnTo>
                  <a:lnTo>
                    <a:pt x="4451" y="3790"/>
                  </a:lnTo>
                  <a:lnTo>
                    <a:pt x="4451" y="1551"/>
                  </a:lnTo>
                  <a:cubicBezTo>
                    <a:pt x="4451" y="1283"/>
                    <a:pt x="4297" y="1043"/>
                    <a:pt x="4049" y="938"/>
                  </a:cubicBezTo>
                  <a:lnTo>
                    <a:pt x="3034" y="507"/>
                  </a:lnTo>
                  <a:cubicBezTo>
                    <a:pt x="2948" y="469"/>
                    <a:pt x="2891" y="383"/>
                    <a:pt x="2891" y="297"/>
                  </a:cubicBezTo>
                  <a:lnTo>
                    <a:pt x="2891" y="0"/>
                  </a:ln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58"/>
            <p:cNvSpPr/>
            <p:nvPr/>
          </p:nvSpPr>
          <p:spPr>
            <a:xfrm>
              <a:off x="1464643" y="1695727"/>
              <a:ext cx="40992" cy="17620"/>
            </a:xfrm>
            <a:custGeom>
              <a:rect b="b" l="l" r="r" t="t"/>
              <a:pathLst>
                <a:path extrusionOk="0" h="671" w="1561">
                  <a:moveTo>
                    <a:pt x="115" y="0"/>
                  </a:moveTo>
                  <a:lnTo>
                    <a:pt x="115" y="297"/>
                  </a:lnTo>
                  <a:cubicBezTo>
                    <a:pt x="115" y="373"/>
                    <a:pt x="68" y="450"/>
                    <a:pt x="1" y="488"/>
                  </a:cubicBezTo>
                  <a:cubicBezTo>
                    <a:pt x="249" y="603"/>
                    <a:pt x="508" y="670"/>
                    <a:pt x="785" y="670"/>
                  </a:cubicBezTo>
                  <a:cubicBezTo>
                    <a:pt x="1053" y="670"/>
                    <a:pt x="1312" y="603"/>
                    <a:pt x="1560" y="488"/>
                  </a:cubicBezTo>
                  <a:cubicBezTo>
                    <a:pt x="1493" y="450"/>
                    <a:pt x="1446" y="373"/>
                    <a:pt x="1446" y="297"/>
                  </a:cubicBezTo>
                  <a:lnTo>
                    <a:pt x="1446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58"/>
            <p:cNvSpPr/>
            <p:nvPr/>
          </p:nvSpPr>
          <p:spPr>
            <a:xfrm>
              <a:off x="1426697" y="1710538"/>
              <a:ext cx="116883" cy="84741"/>
            </a:xfrm>
            <a:custGeom>
              <a:rect b="b" l="l" r="r" t="t"/>
              <a:pathLst>
                <a:path extrusionOk="0" h="3227" w="4451">
                  <a:moveTo>
                    <a:pt x="1273" y="1"/>
                  </a:moveTo>
                  <a:lnTo>
                    <a:pt x="402" y="374"/>
                  </a:lnTo>
                  <a:cubicBezTo>
                    <a:pt x="154" y="479"/>
                    <a:pt x="0" y="719"/>
                    <a:pt x="0" y="987"/>
                  </a:cubicBezTo>
                  <a:lnTo>
                    <a:pt x="0" y="3226"/>
                  </a:lnTo>
                  <a:lnTo>
                    <a:pt x="4451" y="3226"/>
                  </a:lnTo>
                  <a:lnTo>
                    <a:pt x="4451" y="987"/>
                  </a:lnTo>
                  <a:cubicBezTo>
                    <a:pt x="4451" y="719"/>
                    <a:pt x="4297" y="479"/>
                    <a:pt x="4049" y="374"/>
                  </a:cubicBezTo>
                  <a:lnTo>
                    <a:pt x="3178" y="1"/>
                  </a:lnTo>
                  <a:cubicBezTo>
                    <a:pt x="2962" y="365"/>
                    <a:pt x="2594" y="546"/>
                    <a:pt x="2226" y="546"/>
                  </a:cubicBezTo>
                  <a:cubicBezTo>
                    <a:pt x="1857" y="546"/>
                    <a:pt x="1489" y="365"/>
                    <a:pt x="12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58"/>
            <p:cNvSpPr/>
            <p:nvPr/>
          </p:nvSpPr>
          <p:spPr>
            <a:xfrm>
              <a:off x="1444291" y="1613796"/>
              <a:ext cx="29437" cy="64363"/>
            </a:xfrm>
            <a:custGeom>
              <a:rect b="b" l="l" r="r" t="t"/>
              <a:pathLst>
                <a:path extrusionOk="0" h="2451" w="1121">
                  <a:moveTo>
                    <a:pt x="670" y="0"/>
                  </a:moveTo>
                  <a:cubicBezTo>
                    <a:pt x="297" y="0"/>
                    <a:pt x="0" y="297"/>
                    <a:pt x="0" y="670"/>
                  </a:cubicBezTo>
                  <a:lnTo>
                    <a:pt x="0" y="823"/>
                  </a:lnTo>
                  <a:cubicBezTo>
                    <a:pt x="0" y="1015"/>
                    <a:pt x="29" y="1206"/>
                    <a:pt x="86" y="1388"/>
                  </a:cubicBezTo>
                  <a:lnTo>
                    <a:pt x="450" y="2450"/>
                  </a:lnTo>
                  <a:lnTo>
                    <a:pt x="1120" y="2450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58"/>
            <p:cNvSpPr/>
            <p:nvPr/>
          </p:nvSpPr>
          <p:spPr>
            <a:xfrm>
              <a:off x="1456108" y="1608019"/>
              <a:ext cx="69878" cy="70140"/>
            </a:xfrm>
            <a:custGeom>
              <a:rect b="b" l="l" r="r" t="t"/>
              <a:pathLst>
                <a:path extrusionOk="0" h="2671" w="2661">
                  <a:moveTo>
                    <a:pt x="660" y="0"/>
                  </a:moveTo>
                  <a:cubicBezTo>
                    <a:pt x="297" y="0"/>
                    <a:pt x="0" y="297"/>
                    <a:pt x="0" y="670"/>
                  </a:cubicBezTo>
                  <a:cubicBezTo>
                    <a:pt x="0" y="909"/>
                    <a:pt x="192" y="1110"/>
                    <a:pt x="440" y="1110"/>
                  </a:cubicBezTo>
                  <a:lnTo>
                    <a:pt x="2220" y="2670"/>
                  </a:lnTo>
                  <a:lnTo>
                    <a:pt x="2594" y="1350"/>
                  </a:lnTo>
                  <a:cubicBezTo>
                    <a:pt x="2642" y="1196"/>
                    <a:pt x="2661" y="1034"/>
                    <a:pt x="2661" y="862"/>
                  </a:cubicBezTo>
                  <a:lnTo>
                    <a:pt x="2661" y="450"/>
                  </a:lnTo>
                  <a:cubicBezTo>
                    <a:pt x="2661" y="201"/>
                    <a:pt x="2469" y="0"/>
                    <a:pt x="2220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58"/>
            <p:cNvSpPr/>
            <p:nvPr/>
          </p:nvSpPr>
          <p:spPr>
            <a:xfrm>
              <a:off x="1450068" y="1637168"/>
              <a:ext cx="70140" cy="64363"/>
            </a:xfrm>
            <a:custGeom>
              <a:rect b="b" l="l" r="r" t="t"/>
              <a:pathLst>
                <a:path extrusionOk="0" h="2451" w="2671">
                  <a:moveTo>
                    <a:pt x="862" y="0"/>
                  </a:moveTo>
                  <a:cubicBezTo>
                    <a:pt x="737" y="0"/>
                    <a:pt x="623" y="48"/>
                    <a:pt x="536" y="134"/>
                  </a:cubicBezTo>
                  <a:lnTo>
                    <a:pt x="134" y="536"/>
                  </a:lnTo>
                  <a:cubicBezTo>
                    <a:pt x="48" y="622"/>
                    <a:pt x="0" y="737"/>
                    <a:pt x="0" y="852"/>
                  </a:cubicBezTo>
                  <a:lnTo>
                    <a:pt x="0" y="1120"/>
                  </a:lnTo>
                  <a:cubicBezTo>
                    <a:pt x="0" y="1857"/>
                    <a:pt x="594" y="2450"/>
                    <a:pt x="1340" y="2450"/>
                  </a:cubicBezTo>
                  <a:cubicBezTo>
                    <a:pt x="2077" y="2450"/>
                    <a:pt x="2671" y="1857"/>
                    <a:pt x="2671" y="1120"/>
                  </a:cubicBezTo>
                  <a:lnTo>
                    <a:pt x="2671" y="833"/>
                  </a:lnTo>
                  <a:cubicBezTo>
                    <a:pt x="2671" y="718"/>
                    <a:pt x="2623" y="603"/>
                    <a:pt x="2546" y="517"/>
                  </a:cubicBezTo>
                  <a:cubicBezTo>
                    <a:pt x="2202" y="182"/>
                    <a:pt x="1580" y="29"/>
                    <a:pt x="862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58"/>
            <p:cNvSpPr/>
            <p:nvPr/>
          </p:nvSpPr>
          <p:spPr>
            <a:xfrm>
              <a:off x="1450068" y="1637168"/>
              <a:ext cx="70140" cy="63103"/>
            </a:xfrm>
            <a:custGeom>
              <a:rect b="b" l="l" r="r" t="t"/>
              <a:pathLst>
                <a:path extrusionOk="0" h="2403" w="2671">
                  <a:moveTo>
                    <a:pt x="862" y="0"/>
                  </a:moveTo>
                  <a:cubicBezTo>
                    <a:pt x="737" y="0"/>
                    <a:pt x="623" y="48"/>
                    <a:pt x="536" y="134"/>
                  </a:cubicBezTo>
                  <a:lnTo>
                    <a:pt x="134" y="536"/>
                  </a:lnTo>
                  <a:cubicBezTo>
                    <a:pt x="48" y="622"/>
                    <a:pt x="0" y="737"/>
                    <a:pt x="0" y="852"/>
                  </a:cubicBezTo>
                  <a:lnTo>
                    <a:pt x="0" y="1120"/>
                  </a:lnTo>
                  <a:cubicBezTo>
                    <a:pt x="0" y="1713"/>
                    <a:pt x="393" y="2230"/>
                    <a:pt x="967" y="2402"/>
                  </a:cubicBezTo>
                  <a:cubicBezTo>
                    <a:pt x="776" y="2163"/>
                    <a:pt x="670" y="1867"/>
                    <a:pt x="670" y="1560"/>
                  </a:cubicBezTo>
                  <a:lnTo>
                    <a:pt x="670" y="910"/>
                  </a:lnTo>
                  <a:cubicBezTo>
                    <a:pt x="670" y="663"/>
                    <a:pt x="863" y="468"/>
                    <a:pt x="1105" y="468"/>
                  </a:cubicBezTo>
                  <a:cubicBezTo>
                    <a:pt x="1117" y="468"/>
                    <a:pt x="1128" y="468"/>
                    <a:pt x="1139" y="469"/>
                  </a:cubicBezTo>
                  <a:cubicBezTo>
                    <a:pt x="1589" y="498"/>
                    <a:pt x="2259" y="565"/>
                    <a:pt x="2671" y="766"/>
                  </a:cubicBezTo>
                  <a:cubicBezTo>
                    <a:pt x="2651" y="670"/>
                    <a:pt x="2613" y="584"/>
                    <a:pt x="2546" y="517"/>
                  </a:cubicBezTo>
                  <a:cubicBezTo>
                    <a:pt x="2202" y="182"/>
                    <a:pt x="1570" y="29"/>
                    <a:pt x="862" y="0"/>
                  </a:cubicBez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58"/>
            <p:cNvSpPr/>
            <p:nvPr/>
          </p:nvSpPr>
          <p:spPr>
            <a:xfrm>
              <a:off x="1426697" y="1725638"/>
              <a:ext cx="23398" cy="69642"/>
            </a:xfrm>
            <a:custGeom>
              <a:rect b="b" l="l" r="r" t="t"/>
              <a:pathLst>
                <a:path extrusionOk="0" h="2652" w="891">
                  <a:moveTo>
                    <a:pt x="154" y="0"/>
                  </a:moveTo>
                  <a:cubicBezTo>
                    <a:pt x="48" y="115"/>
                    <a:pt x="0" y="258"/>
                    <a:pt x="0" y="412"/>
                  </a:cubicBezTo>
                  <a:lnTo>
                    <a:pt x="0" y="2651"/>
                  </a:lnTo>
                  <a:lnTo>
                    <a:pt x="890" y="2651"/>
                  </a:lnTo>
                  <a:lnTo>
                    <a:pt x="890" y="1015"/>
                  </a:lnTo>
                  <a:cubicBezTo>
                    <a:pt x="890" y="833"/>
                    <a:pt x="823" y="670"/>
                    <a:pt x="699" y="546"/>
                  </a:cubicBezTo>
                  <a:lnTo>
                    <a:pt x="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58"/>
            <p:cNvSpPr/>
            <p:nvPr/>
          </p:nvSpPr>
          <p:spPr>
            <a:xfrm>
              <a:off x="1520182" y="1725638"/>
              <a:ext cx="23398" cy="69642"/>
            </a:xfrm>
            <a:custGeom>
              <a:rect b="b" l="l" r="r" t="t"/>
              <a:pathLst>
                <a:path extrusionOk="0" h="2652" w="891">
                  <a:moveTo>
                    <a:pt x="747" y="0"/>
                  </a:moveTo>
                  <a:lnTo>
                    <a:pt x="202" y="546"/>
                  </a:lnTo>
                  <a:cubicBezTo>
                    <a:pt x="77" y="670"/>
                    <a:pt x="1" y="833"/>
                    <a:pt x="1" y="1015"/>
                  </a:cubicBezTo>
                  <a:lnTo>
                    <a:pt x="1" y="2651"/>
                  </a:lnTo>
                  <a:lnTo>
                    <a:pt x="891" y="2651"/>
                  </a:lnTo>
                  <a:lnTo>
                    <a:pt x="891" y="412"/>
                  </a:lnTo>
                  <a:cubicBezTo>
                    <a:pt x="891" y="258"/>
                    <a:pt x="843" y="115"/>
                    <a:pt x="7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58"/>
            <p:cNvSpPr/>
            <p:nvPr/>
          </p:nvSpPr>
          <p:spPr>
            <a:xfrm>
              <a:off x="1303537" y="1502716"/>
              <a:ext cx="362939" cy="362677"/>
            </a:xfrm>
            <a:custGeom>
              <a:rect b="b" l="l" r="r" t="t"/>
              <a:pathLst>
                <a:path extrusionOk="0" h="13811" w="13821">
                  <a:moveTo>
                    <a:pt x="6920" y="2677"/>
                  </a:moveTo>
                  <a:cubicBezTo>
                    <a:pt x="7464" y="2677"/>
                    <a:pt x="8013" y="2781"/>
                    <a:pt x="8538" y="2996"/>
                  </a:cubicBezTo>
                  <a:cubicBezTo>
                    <a:pt x="10117" y="3656"/>
                    <a:pt x="11150" y="5197"/>
                    <a:pt x="11150" y="6910"/>
                  </a:cubicBezTo>
                  <a:cubicBezTo>
                    <a:pt x="11150" y="9245"/>
                    <a:pt x="9255" y="11140"/>
                    <a:pt x="6920" y="11140"/>
                  </a:cubicBezTo>
                  <a:cubicBezTo>
                    <a:pt x="5207" y="11140"/>
                    <a:pt x="3657" y="10106"/>
                    <a:pt x="3006" y="8527"/>
                  </a:cubicBezTo>
                  <a:cubicBezTo>
                    <a:pt x="2355" y="6948"/>
                    <a:pt x="2709" y="5130"/>
                    <a:pt x="3925" y="3915"/>
                  </a:cubicBezTo>
                  <a:cubicBezTo>
                    <a:pt x="4733" y="3107"/>
                    <a:pt x="5816" y="2677"/>
                    <a:pt x="6920" y="2677"/>
                  </a:cubicBezTo>
                  <a:close/>
                  <a:moveTo>
                    <a:pt x="6021" y="0"/>
                  </a:moveTo>
                  <a:cubicBezTo>
                    <a:pt x="5906" y="0"/>
                    <a:pt x="5801" y="106"/>
                    <a:pt x="5810" y="220"/>
                  </a:cubicBezTo>
                  <a:lnTo>
                    <a:pt x="5810" y="823"/>
                  </a:lnTo>
                  <a:cubicBezTo>
                    <a:pt x="5801" y="929"/>
                    <a:pt x="5734" y="1015"/>
                    <a:pt x="5628" y="1034"/>
                  </a:cubicBezTo>
                  <a:cubicBezTo>
                    <a:pt x="4939" y="1187"/>
                    <a:pt x="4279" y="1465"/>
                    <a:pt x="3676" y="1847"/>
                  </a:cubicBezTo>
                  <a:cubicBezTo>
                    <a:pt x="3639" y="1872"/>
                    <a:pt x="3597" y="1884"/>
                    <a:pt x="3555" y="1884"/>
                  </a:cubicBezTo>
                  <a:cubicBezTo>
                    <a:pt x="3498" y="1884"/>
                    <a:pt x="3442" y="1862"/>
                    <a:pt x="3398" y="1819"/>
                  </a:cubicBezTo>
                  <a:lnTo>
                    <a:pt x="2977" y="1398"/>
                  </a:lnTo>
                  <a:cubicBezTo>
                    <a:pt x="2934" y="1354"/>
                    <a:pt x="2879" y="1333"/>
                    <a:pt x="2824" y="1333"/>
                  </a:cubicBezTo>
                  <a:cubicBezTo>
                    <a:pt x="2769" y="1333"/>
                    <a:pt x="2714" y="1354"/>
                    <a:pt x="2671" y="1398"/>
                  </a:cubicBezTo>
                  <a:lnTo>
                    <a:pt x="1408" y="2651"/>
                  </a:lnTo>
                  <a:cubicBezTo>
                    <a:pt x="1322" y="2737"/>
                    <a:pt x="1322" y="2871"/>
                    <a:pt x="1408" y="2957"/>
                  </a:cubicBezTo>
                  <a:lnTo>
                    <a:pt x="1819" y="3379"/>
                  </a:lnTo>
                  <a:cubicBezTo>
                    <a:pt x="1896" y="3455"/>
                    <a:pt x="1905" y="3570"/>
                    <a:pt x="1848" y="3656"/>
                  </a:cubicBezTo>
                  <a:cubicBezTo>
                    <a:pt x="1465" y="4259"/>
                    <a:pt x="1197" y="4919"/>
                    <a:pt x="1044" y="5608"/>
                  </a:cubicBezTo>
                  <a:cubicBezTo>
                    <a:pt x="1025" y="5714"/>
                    <a:pt x="929" y="5781"/>
                    <a:pt x="824" y="5790"/>
                  </a:cubicBezTo>
                  <a:lnTo>
                    <a:pt x="231" y="5790"/>
                  </a:lnTo>
                  <a:cubicBezTo>
                    <a:pt x="106" y="5790"/>
                    <a:pt x="1" y="5886"/>
                    <a:pt x="1" y="6010"/>
                  </a:cubicBezTo>
                  <a:lnTo>
                    <a:pt x="1" y="7790"/>
                  </a:lnTo>
                  <a:cubicBezTo>
                    <a:pt x="1" y="7915"/>
                    <a:pt x="106" y="8011"/>
                    <a:pt x="231" y="8011"/>
                  </a:cubicBezTo>
                  <a:lnTo>
                    <a:pt x="824" y="8011"/>
                  </a:lnTo>
                  <a:cubicBezTo>
                    <a:pt x="929" y="8011"/>
                    <a:pt x="1025" y="8087"/>
                    <a:pt x="1044" y="8192"/>
                  </a:cubicBezTo>
                  <a:cubicBezTo>
                    <a:pt x="1197" y="8881"/>
                    <a:pt x="1465" y="9542"/>
                    <a:pt x="1848" y="10145"/>
                  </a:cubicBezTo>
                  <a:cubicBezTo>
                    <a:pt x="1905" y="10231"/>
                    <a:pt x="1896" y="10346"/>
                    <a:pt x="1819" y="10422"/>
                  </a:cubicBezTo>
                  <a:lnTo>
                    <a:pt x="1398" y="10843"/>
                  </a:lnTo>
                  <a:cubicBezTo>
                    <a:pt x="1312" y="10930"/>
                    <a:pt x="1312" y="11073"/>
                    <a:pt x="1398" y="11159"/>
                  </a:cubicBezTo>
                  <a:lnTo>
                    <a:pt x="2662" y="12413"/>
                  </a:lnTo>
                  <a:cubicBezTo>
                    <a:pt x="2705" y="12456"/>
                    <a:pt x="2762" y="12477"/>
                    <a:pt x="2819" y="12477"/>
                  </a:cubicBezTo>
                  <a:cubicBezTo>
                    <a:pt x="2877" y="12477"/>
                    <a:pt x="2934" y="12456"/>
                    <a:pt x="2977" y="12413"/>
                  </a:cubicBezTo>
                  <a:lnTo>
                    <a:pt x="3398" y="12001"/>
                  </a:lnTo>
                  <a:cubicBezTo>
                    <a:pt x="3442" y="11958"/>
                    <a:pt x="3498" y="11936"/>
                    <a:pt x="3555" y="11936"/>
                  </a:cubicBezTo>
                  <a:cubicBezTo>
                    <a:pt x="3597" y="11936"/>
                    <a:pt x="3639" y="11948"/>
                    <a:pt x="3676" y="11973"/>
                  </a:cubicBezTo>
                  <a:cubicBezTo>
                    <a:pt x="4269" y="12355"/>
                    <a:pt x="4930" y="12623"/>
                    <a:pt x="5628" y="12777"/>
                  </a:cubicBezTo>
                  <a:cubicBezTo>
                    <a:pt x="5724" y="12796"/>
                    <a:pt x="5801" y="12891"/>
                    <a:pt x="5801" y="12997"/>
                  </a:cubicBezTo>
                  <a:lnTo>
                    <a:pt x="5801" y="13590"/>
                  </a:lnTo>
                  <a:cubicBezTo>
                    <a:pt x="5801" y="13714"/>
                    <a:pt x="5906" y="13810"/>
                    <a:pt x="6021" y="13810"/>
                  </a:cubicBezTo>
                  <a:lnTo>
                    <a:pt x="7810" y="13810"/>
                  </a:lnTo>
                  <a:cubicBezTo>
                    <a:pt x="7925" y="13810"/>
                    <a:pt x="8030" y="13714"/>
                    <a:pt x="8030" y="13590"/>
                  </a:cubicBezTo>
                  <a:lnTo>
                    <a:pt x="8030" y="12997"/>
                  </a:lnTo>
                  <a:cubicBezTo>
                    <a:pt x="8030" y="12891"/>
                    <a:pt x="8107" y="12796"/>
                    <a:pt x="8203" y="12777"/>
                  </a:cubicBezTo>
                  <a:cubicBezTo>
                    <a:pt x="8901" y="12623"/>
                    <a:pt x="9562" y="12355"/>
                    <a:pt x="10155" y="11973"/>
                  </a:cubicBezTo>
                  <a:cubicBezTo>
                    <a:pt x="10192" y="11948"/>
                    <a:pt x="10234" y="11936"/>
                    <a:pt x="10276" y="11936"/>
                  </a:cubicBezTo>
                  <a:cubicBezTo>
                    <a:pt x="10333" y="11936"/>
                    <a:pt x="10389" y="11958"/>
                    <a:pt x="10433" y="12001"/>
                  </a:cubicBezTo>
                  <a:lnTo>
                    <a:pt x="10854" y="12413"/>
                  </a:lnTo>
                  <a:cubicBezTo>
                    <a:pt x="10897" y="12456"/>
                    <a:pt x="10954" y="12477"/>
                    <a:pt x="11012" y="12477"/>
                  </a:cubicBezTo>
                  <a:cubicBezTo>
                    <a:pt x="11069" y="12477"/>
                    <a:pt x="11126" y="12456"/>
                    <a:pt x="11170" y="12413"/>
                  </a:cubicBezTo>
                  <a:lnTo>
                    <a:pt x="12423" y="11159"/>
                  </a:lnTo>
                  <a:cubicBezTo>
                    <a:pt x="12509" y="11073"/>
                    <a:pt x="12509" y="10930"/>
                    <a:pt x="12423" y="10843"/>
                  </a:cubicBezTo>
                  <a:lnTo>
                    <a:pt x="12012" y="10422"/>
                  </a:lnTo>
                  <a:cubicBezTo>
                    <a:pt x="11935" y="10346"/>
                    <a:pt x="11926" y="10231"/>
                    <a:pt x="11983" y="10145"/>
                  </a:cubicBezTo>
                  <a:cubicBezTo>
                    <a:pt x="12366" y="9542"/>
                    <a:pt x="12634" y="8891"/>
                    <a:pt x="12787" y="8192"/>
                  </a:cubicBezTo>
                  <a:cubicBezTo>
                    <a:pt x="12806" y="8087"/>
                    <a:pt x="12902" y="8020"/>
                    <a:pt x="13007" y="8020"/>
                  </a:cubicBezTo>
                  <a:lnTo>
                    <a:pt x="13600" y="8020"/>
                  </a:lnTo>
                  <a:cubicBezTo>
                    <a:pt x="13725" y="8011"/>
                    <a:pt x="13820" y="7915"/>
                    <a:pt x="13820" y="7790"/>
                  </a:cubicBezTo>
                  <a:lnTo>
                    <a:pt x="13820" y="6010"/>
                  </a:lnTo>
                  <a:cubicBezTo>
                    <a:pt x="13820" y="5886"/>
                    <a:pt x="13725" y="5790"/>
                    <a:pt x="13600" y="5790"/>
                  </a:cubicBezTo>
                  <a:lnTo>
                    <a:pt x="12997" y="5790"/>
                  </a:lnTo>
                  <a:cubicBezTo>
                    <a:pt x="12892" y="5790"/>
                    <a:pt x="12806" y="5714"/>
                    <a:pt x="12787" y="5618"/>
                  </a:cubicBezTo>
                  <a:cubicBezTo>
                    <a:pt x="12634" y="4919"/>
                    <a:pt x="12356" y="4259"/>
                    <a:pt x="11973" y="3666"/>
                  </a:cubicBezTo>
                  <a:cubicBezTo>
                    <a:pt x="11916" y="3580"/>
                    <a:pt x="11926" y="3455"/>
                    <a:pt x="12002" y="3388"/>
                  </a:cubicBezTo>
                  <a:lnTo>
                    <a:pt x="12423" y="2967"/>
                  </a:lnTo>
                  <a:cubicBezTo>
                    <a:pt x="12509" y="2881"/>
                    <a:pt x="12509" y="2737"/>
                    <a:pt x="12423" y="2651"/>
                  </a:cubicBezTo>
                  <a:lnTo>
                    <a:pt x="11170" y="1388"/>
                  </a:lnTo>
                  <a:cubicBezTo>
                    <a:pt x="11126" y="1345"/>
                    <a:pt x="11069" y="1323"/>
                    <a:pt x="11012" y="1323"/>
                  </a:cubicBezTo>
                  <a:cubicBezTo>
                    <a:pt x="10954" y="1323"/>
                    <a:pt x="10897" y="1345"/>
                    <a:pt x="10854" y="1388"/>
                  </a:cubicBezTo>
                  <a:lnTo>
                    <a:pt x="10433" y="1809"/>
                  </a:lnTo>
                  <a:cubicBezTo>
                    <a:pt x="10389" y="1853"/>
                    <a:pt x="10333" y="1875"/>
                    <a:pt x="10276" y="1875"/>
                  </a:cubicBezTo>
                  <a:cubicBezTo>
                    <a:pt x="10234" y="1875"/>
                    <a:pt x="10192" y="1862"/>
                    <a:pt x="10155" y="1838"/>
                  </a:cubicBezTo>
                  <a:cubicBezTo>
                    <a:pt x="9562" y="1455"/>
                    <a:pt x="8901" y="1177"/>
                    <a:pt x="8203" y="1034"/>
                  </a:cubicBezTo>
                  <a:cubicBezTo>
                    <a:pt x="8107" y="1005"/>
                    <a:pt x="8030" y="919"/>
                    <a:pt x="8030" y="814"/>
                  </a:cubicBezTo>
                  <a:lnTo>
                    <a:pt x="8030" y="211"/>
                  </a:lnTo>
                  <a:cubicBezTo>
                    <a:pt x="8021" y="96"/>
                    <a:pt x="7925" y="0"/>
                    <a:pt x="78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58"/>
            <p:cNvSpPr/>
            <p:nvPr/>
          </p:nvSpPr>
          <p:spPr>
            <a:xfrm>
              <a:off x="1346262" y="1555236"/>
              <a:ext cx="267694" cy="257742"/>
            </a:xfrm>
            <a:custGeom>
              <a:rect b="b" l="l" r="r" t="t"/>
              <a:pathLst>
                <a:path extrusionOk="0" h="9815" w="10194">
                  <a:moveTo>
                    <a:pt x="5289" y="895"/>
                  </a:moveTo>
                  <a:cubicBezTo>
                    <a:pt x="5806" y="895"/>
                    <a:pt x="6327" y="994"/>
                    <a:pt x="6825" y="1197"/>
                  </a:cubicBezTo>
                  <a:cubicBezTo>
                    <a:pt x="8318" y="1819"/>
                    <a:pt x="9294" y="3283"/>
                    <a:pt x="9294" y="4900"/>
                  </a:cubicBezTo>
                  <a:cubicBezTo>
                    <a:pt x="9294" y="7121"/>
                    <a:pt x="7504" y="8910"/>
                    <a:pt x="5293" y="8910"/>
                  </a:cubicBezTo>
                  <a:cubicBezTo>
                    <a:pt x="3666" y="8910"/>
                    <a:pt x="2202" y="7934"/>
                    <a:pt x="1590" y="6441"/>
                  </a:cubicBezTo>
                  <a:cubicBezTo>
                    <a:pt x="968" y="4939"/>
                    <a:pt x="1312" y="3216"/>
                    <a:pt x="2451" y="2068"/>
                  </a:cubicBezTo>
                  <a:cubicBezTo>
                    <a:pt x="3219" y="1299"/>
                    <a:pt x="4245" y="895"/>
                    <a:pt x="5289" y="895"/>
                  </a:cubicBezTo>
                  <a:close/>
                  <a:moveTo>
                    <a:pt x="5293" y="0"/>
                  </a:moveTo>
                  <a:cubicBezTo>
                    <a:pt x="3303" y="0"/>
                    <a:pt x="1513" y="1197"/>
                    <a:pt x="757" y="3034"/>
                  </a:cubicBezTo>
                  <a:cubicBezTo>
                    <a:pt x="1" y="4862"/>
                    <a:pt x="422" y="6977"/>
                    <a:pt x="1819" y="8374"/>
                  </a:cubicBezTo>
                  <a:cubicBezTo>
                    <a:pt x="2759" y="9314"/>
                    <a:pt x="4011" y="9814"/>
                    <a:pt x="5286" y="9814"/>
                  </a:cubicBezTo>
                  <a:cubicBezTo>
                    <a:pt x="5920" y="9814"/>
                    <a:pt x="6559" y="9691"/>
                    <a:pt x="7169" y="9437"/>
                  </a:cubicBezTo>
                  <a:cubicBezTo>
                    <a:pt x="8997" y="8681"/>
                    <a:pt x="10193" y="6891"/>
                    <a:pt x="10193" y="4910"/>
                  </a:cubicBezTo>
                  <a:cubicBezTo>
                    <a:pt x="10193" y="2202"/>
                    <a:pt x="8002" y="0"/>
                    <a:pt x="52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3" name="Google Shape;1773;p58"/>
          <p:cNvGrpSpPr/>
          <p:nvPr/>
        </p:nvGrpSpPr>
        <p:grpSpPr>
          <a:xfrm>
            <a:off x="4373057" y="2101439"/>
            <a:ext cx="397879" cy="398751"/>
            <a:chOff x="7104188" y="1971904"/>
            <a:chExt cx="347341" cy="348103"/>
          </a:xfrm>
        </p:grpSpPr>
        <p:sp>
          <p:nvSpPr>
            <p:cNvPr id="1774" name="Google Shape;1774;p58"/>
            <p:cNvSpPr/>
            <p:nvPr/>
          </p:nvSpPr>
          <p:spPr>
            <a:xfrm>
              <a:off x="7204947" y="1994277"/>
              <a:ext cx="167906" cy="153752"/>
            </a:xfrm>
            <a:custGeom>
              <a:rect b="b" l="l" r="r" t="t"/>
              <a:pathLst>
                <a:path extrusionOk="0" h="5855" w="6394">
                  <a:moveTo>
                    <a:pt x="642" y="1"/>
                  </a:moveTo>
                  <a:cubicBezTo>
                    <a:pt x="288" y="1"/>
                    <a:pt x="1" y="288"/>
                    <a:pt x="1" y="642"/>
                  </a:cubicBezTo>
                  <a:lnTo>
                    <a:pt x="1" y="4058"/>
                  </a:lnTo>
                  <a:cubicBezTo>
                    <a:pt x="1" y="4413"/>
                    <a:pt x="288" y="4700"/>
                    <a:pt x="642" y="4700"/>
                  </a:cubicBezTo>
                  <a:lnTo>
                    <a:pt x="2345" y="4700"/>
                  </a:lnTo>
                  <a:lnTo>
                    <a:pt x="4059" y="5839"/>
                  </a:lnTo>
                  <a:cubicBezTo>
                    <a:pt x="4076" y="5850"/>
                    <a:pt x="4095" y="5855"/>
                    <a:pt x="4114" y="5855"/>
                  </a:cubicBezTo>
                  <a:cubicBezTo>
                    <a:pt x="4177" y="5855"/>
                    <a:pt x="4236" y="5800"/>
                    <a:pt x="4221" y="5733"/>
                  </a:cubicBezTo>
                  <a:lnTo>
                    <a:pt x="4049" y="4700"/>
                  </a:lnTo>
                  <a:lnTo>
                    <a:pt x="5752" y="4700"/>
                  </a:lnTo>
                  <a:cubicBezTo>
                    <a:pt x="6107" y="4700"/>
                    <a:pt x="6394" y="4413"/>
                    <a:pt x="6394" y="4058"/>
                  </a:cubicBezTo>
                  <a:lnTo>
                    <a:pt x="6394" y="642"/>
                  </a:lnTo>
                  <a:cubicBezTo>
                    <a:pt x="6394" y="288"/>
                    <a:pt x="6107" y="1"/>
                    <a:pt x="57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58"/>
            <p:cNvSpPr/>
            <p:nvPr/>
          </p:nvSpPr>
          <p:spPr>
            <a:xfrm>
              <a:off x="7204711" y="1994277"/>
              <a:ext cx="156851" cy="112130"/>
            </a:xfrm>
            <a:custGeom>
              <a:rect b="b" l="l" r="r" t="t"/>
              <a:pathLst>
                <a:path extrusionOk="0" h="4270" w="5973">
                  <a:moveTo>
                    <a:pt x="641" y="1"/>
                  </a:moveTo>
                  <a:cubicBezTo>
                    <a:pt x="297" y="1"/>
                    <a:pt x="0" y="288"/>
                    <a:pt x="10" y="642"/>
                  </a:cubicBezTo>
                  <a:lnTo>
                    <a:pt x="10" y="4058"/>
                  </a:lnTo>
                  <a:cubicBezTo>
                    <a:pt x="10" y="4125"/>
                    <a:pt x="19" y="4202"/>
                    <a:pt x="48" y="4269"/>
                  </a:cubicBezTo>
                  <a:lnTo>
                    <a:pt x="4910" y="4269"/>
                  </a:lnTo>
                  <a:cubicBezTo>
                    <a:pt x="5503" y="4269"/>
                    <a:pt x="5972" y="3791"/>
                    <a:pt x="5972" y="3207"/>
                  </a:cubicBezTo>
                  <a:lnTo>
                    <a:pt x="5972" y="39"/>
                  </a:lnTo>
                  <a:cubicBezTo>
                    <a:pt x="5905" y="20"/>
                    <a:pt x="5838" y="1"/>
                    <a:pt x="5761" y="1"/>
                  </a:cubicBez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58"/>
            <p:cNvSpPr/>
            <p:nvPr/>
          </p:nvSpPr>
          <p:spPr>
            <a:xfrm>
              <a:off x="7104923" y="2129490"/>
              <a:ext cx="122923" cy="123159"/>
            </a:xfrm>
            <a:custGeom>
              <a:rect b="b" l="l" r="r" t="t"/>
              <a:pathLst>
                <a:path extrusionOk="0" h="4690" w="4681">
                  <a:moveTo>
                    <a:pt x="2345" y="0"/>
                  </a:moveTo>
                  <a:cubicBezTo>
                    <a:pt x="1321" y="0"/>
                    <a:pt x="565" y="824"/>
                    <a:pt x="489" y="1828"/>
                  </a:cubicBezTo>
                  <a:cubicBezTo>
                    <a:pt x="431" y="2556"/>
                    <a:pt x="278" y="3264"/>
                    <a:pt x="49" y="3963"/>
                  </a:cubicBezTo>
                  <a:cubicBezTo>
                    <a:pt x="1" y="4087"/>
                    <a:pt x="58" y="4231"/>
                    <a:pt x="192" y="4288"/>
                  </a:cubicBezTo>
                  <a:cubicBezTo>
                    <a:pt x="623" y="4489"/>
                    <a:pt x="1082" y="4623"/>
                    <a:pt x="1551" y="4690"/>
                  </a:cubicBezTo>
                  <a:lnTo>
                    <a:pt x="3140" y="4690"/>
                  </a:lnTo>
                  <a:cubicBezTo>
                    <a:pt x="3609" y="4623"/>
                    <a:pt x="4068" y="4489"/>
                    <a:pt x="4499" y="4288"/>
                  </a:cubicBezTo>
                  <a:cubicBezTo>
                    <a:pt x="4623" y="4231"/>
                    <a:pt x="4681" y="4087"/>
                    <a:pt x="4633" y="3963"/>
                  </a:cubicBezTo>
                  <a:cubicBezTo>
                    <a:pt x="4403" y="3264"/>
                    <a:pt x="4260" y="2556"/>
                    <a:pt x="4193" y="1828"/>
                  </a:cubicBezTo>
                  <a:cubicBezTo>
                    <a:pt x="4126" y="824"/>
                    <a:pt x="3370" y="0"/>
                    <a:pt x="23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58"/>
            <p:cNvSpPr/>
            <p:nvPr/>
          </p:nvSpPr>
          <p:spPr>
            <a:xfrm>
              <a:off x="7138352" y="2129490"/>
              <a:ext cx="89494" cy="123159"/>
            </a:xfrm>
            <a:custGeom>
              <a:rect b="b" l="l" r="r" t="t"/>
              <a:pathLst>
                <a:path extrusionOk="0" h="4690" w="3408">
                  <a:moveTo>
                    <a:pt x="1063" y="0"/>
                  </a:moveTo>
                  <a:cubicBezTo>
                    <a:pt x="278" y="0"/>
                    <a:pt x="1" y="1082"/>
                    <a:pt x="680" y="1474"/>
                  </a:cubicBezTo>
                  <a:cubicBezTo>
                    <a:pt x="699" y="1493"/>
                    <a:pt x="718" y="1503"/>
                    <a:pt x="747" y="1513"/>
                  </a:cubicBezTo>
                  <a:lnTo>
                    <a:pt x="1340" y="4690"/>
                  </a:lnTo>
                  <a:lnTo>
                    <a:pt x="1876" y="4690"/>
                  </a:lnTo>
                  <a:cubicBezTo>
                    <a:pt x="2336" y="4623"/>
                    <a:pt x="2795" y="4489"/>
                    <a:pt x="3226" y="4288"/>
                  </a:cubicBezTo>
                  <a:cubicBezTo>
                    <a:pt x="3350" y="4231"/>
                    <a:pt x="3408" y="4087"/>
                    <a:pt x="3360" y="3963"/>
                  </a:cubicBezTo>
                  <a:cubicBezTo>
                    <a:pt x="3130" y="3264"/>
                    <a:pt x="2987" y="2556"/>
                    <a:pt x="2920" y="1828"/>
                  </a:cubicBezTo>
                  <a:cubicBezTo>
                    <a:pt x="2853" y="824"/>
                    <a:pt x="209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58"/>
            <p:cNvSpPr/>
            <p:nvPr/>
          </p:nvSpPr>
          <p:spPr>
            <a:xfrm>
              <a:off x="7104188" y="2222477"/>
              <a:ext cx="123159" cy="97293"/>
            </a:xfrm>
            <a:custGeom>
              <a:rect b="b" l="l" r="r" t="t"/>
              <a:pathLst>
                <a:path extrusionOk="0" h="3705" w="4690">
                  <a:moveTo>
                    <a:pt x="1560" y="0"/>
                  </a:moveTo>
                  <a:lnTo>
                    <a:pt x="1560" y="785"/>
                  </a:lnTo>
                  <a:cubicBezTo>
                    <a:pt x="1560" y="977"/>
                    <a:pt x="1445" y="1158"/>
                    <a:pt x="1273" y="1254"/>
                  </a:cubicBezTo>
                  <a:lnTo>
                    <a:pt x="431" y="1675"/>
                  </a:lnTo>
                  <a:cubicBezTo>
                    <a:pt x="172" y="1800"/>
                    <a:pt x="0" y="2077"/>
                    <a:pt x="0" y="2374"/>
                  </a:cubicBezTo>
                  <a:lnTo>
                    <a:pt x="0" y="3446"/>
                  </a:lnTo>
                  <a:cubicBezTo>
                    <a:pt x="0" y="3589"/>
                    <a:pt x="115" y="3704"/>
                    <a:pt x="268" y="3704"/>
                  </a:cubicBezTo>
                  <a:lnTo>
                    <a:pt x="4431" y="3704"/>
                  </a:lnTo>
                  <a:cubicBezTo>
                    <a:pt x="4575" y="3704"/>
                    <a:pt x="4689" y="3589"/>
                    <a:pt x="4689" y="3446"/>
                  </a:cubicBezTo>
                  <a:lnTo>
                    <a:pt x="4689" y="2374"/>
                  </a:lnTo>
                  <a:cubicBezTo>
                    <a:pt x="4689" y="2077"/>
                    <a:pt x="4517" y="1809"/>
                    <a:pt x="4259" y="1675"/>
                  </a:cubicBezTo>
                  <a:lnTo>
                    <a:pt x="3417" y="1254"/>
                  </a:lnTo>
                  <a:cubicBezTo>
                    <a:pt x="3244" y="1168"/>
                    <a:pt x="3130" y="986"/>
                    <a:pt x="3130" y="785"/>
                  </a:cubicBezTo>
                  <a:lnTo>
                    <a:pt x="3130" y="0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58"/>
            <p:cNvSpPr/>
            <p:nvPr/>
          </p:nvSpPr>
          <p:spPr>
            <a:xfrm>
              <a:off x="7144891" y="2222477"/>
              <a:ext cx="41753" cy="27678"/>
            </a:xfrm>
            <a:custGeom>
              <a:rect b="b" l="l" r="r" t="t"/>
              <a:pathLst>
                <a:path extrusionOk="0" h="1054" w="1590">
                  <a:moveTo>
                    <a:pt x="10" y="0"/>
                  </a:moveTo>
                  <a:lnTo>
                    <a:pt x="10" y="785"/>
                  </a:lnTo>
                  <a:cubicBezTo>
                    <a:pt x="10" y="814"/>
                    <a:pt x="0" y="852"/>
                    <a:pt x="0" y="881"/>
                  </a:cubicBezTo>
                  <a:cubicBezTo>
                    <a:pt x="249" y="986"/>
                    <a:pt x="517" y="1044"/>
                    <a:pt x="795" y="1053"/>
                  </a:cubicBezTo>
                  <a:cubicBezTo>
                    <a:pt x="1063" y="1044"/>
                    <a:pt x="1340" y="996"/>
                    <a:pt x="1589" y="891"/>
                  </a:cubicBezTo>
                  <a:cubicBezTo>
                    <a:pt x="1580" y="852"/>
                    <a:pt x="1580" y="824"/>
                    <a:pt x="1580" y="785"/>
                  </a:cubicBezTo>
                  <a:lnTo>
                    <a:pt x="1580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58"/>
            <p:cNvSpPr/>
            <p:nvPr/>
          </p:nvSpPr>
          <p:spPr>
            <a:xfrm>
              <a:off x="7104188" y="2258663"/>
              <a:ext cx="123159" cy="61343"/>
            </a:xfrm>
            <a:custGeom>
              <a:rect b="b" l="l" r="r" t="t"/>
              <a:pathLst>
                <a:path extrusionOk="0" h="2336" w="4690">
                  <a:moveTo>
                    <a:pt x="1034" y="1"/>
                  </a:moveTo>
                  <a:lnTo>
                    <a:pt x="440" y="297"/>
                  </a:lnTo>
                  <a:cubicBezTo>
                    <a:pt x="172" y="431"/>
                    <a:pt x="0" y="699"/>
                    <a:pt x="0" y="996"/>
                  </a:cubicBezTo>
                  <a:lnTo>
                    <a:pt x="0" y="2077"/>
                  </a:lnTo>
                  <a:cubicBezTo>
                    <a:pt x="0" y="2221"/>
                    <a:pt x="124" y="2336"/>
                    <a:pt x="268" y="2336"/>
                  </a:cubicBezTo>
                  <a:lnTo>
                    <a:pt x="4431" y="2336"/>
                  </a:lnTo>
                  <a:cubicBezTo>
                    <a:pt x="4575" y="2336"/>
                    <a:pt x="4689" y="2221"/>
                    <a:pt x="4689" y="2077"/>
                  </a:cubicBezTo>
                  <a:lnTo>
                    <a:pt x="4689" y="996"/>
                  </a:lnTo>
                  <a:cubicBezTo>
                    <a:pt x="4689" y="699"/>
                    <a:pt x="4527" y="431"/>
                    <a:pt x="4259" y="297"/>
                  </a:cubicBezTo>
                  <a:lnTo>
                    <a:pt x="3656" y="1"/>
                  </a:lnTo>
                  <a:cubicBezTo>
                    <a:pt x="3350" y="474"/>
                    <a:pt x="2847" y="711"/>
                    <a:pt x="2345" y="711"/>
                  </a:cubicBezTo>
                  <a:cubicBezTo>
                    <a:pt x="1842" y="711"/>
                    <a:pt x="1340" y="474"/>
                    <a:pt x="1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58"/>
            <p:cNvSpPr/>
            <p:nvPr/>
          </p:nvSpPr>
          <p:spPr>
            <a:xfrm>
              <a:off x="7124539" y="2169011"/>
              <a:ext cx="82194" cy="67304"/>
            </a:xfrm>
            <a:custGeom>
              <a:rect b="b" l="l" r="r" t="t"/>
              <a:pathLst>
                <a:path extrusionOk="0" h="2563" w="3130">
                  <a:moveTo>
                    <a:pt x="1201" y="0"/>
                  </a:moveTo>
                  <a:cubicBezTo>
                    <a:pt x="1102" y="0"/>
                    <a:pt x="1016" y="56"/>
                    <a:pt x="976" y="151"/>
                  </a:cubicBezTo>
                  <a:cubicBezTo>
                    <a:pt x="881" y="333"/>
                    <a:pt x="766" y="486"/>
                    <a:pt x="613" y="620"/>
                  </a:cubicBezTo>
                  <a:cubicBezTo>
                    <a:pt x="469" y="744"/>
                    <a:pt x="316" y="850"/>
                    <a:pt x="153" y="936"/>
                  </a:cubicBezTo>
                  <a:cubicBezTo>
                    <a:pt x="58" y="984"/>
                    <a:pt x="0" y="1089"/>
                    <a:pt x="10" y="1204"/>
                  </a:cubicBezTo>
                  <a:cubicBezTo>
                    <a:pt x="115" y="1979"/>
                    <a:pt x="785" y="2563"/>
                    <a:pt x="1570" y="2563"/>
                  </a:cubicBezTo>
                  <a:cubicBezTo>
                    <a:pt x="2383" y="2563"/>
                    <a:pt x="3063" y="1931"/>
                    <a:pt x="3120" y="1118"/>
                  </a:cubicBezTo>
                  <a:cubicBezTo>
                    <a:pt x="3130" y="1041"/>
                    <a:pt x="3091" y="965"/>
                    <a:pt x="3034" y="907"/>
                  </a:cubicBezTo>
                  <a:cubicBezTo>
                    <a:pt x="2517" y="477"/>
                    <a:pt x="1914" y="170"/>
                    <a:pt x="1264" y="8"/>
                  </a:cubicBezTo>
                  <a:cubicBezTo>
                    <a:pt x="1242" y="3"/>
                    <a:pt x="1221" y="0"/>
                    <a:pt x="1201" y="0"/>
                  </a:cubicBez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58"/>
            <p:cNvSpPr/>
            <p:nvPr/>
          </p:nvSpPr>
          <p:spPr>
            <a:xfrm>
              <a:off x="7124277" y="2169011"/>
              <a:ext cx="82456" cy="66569"/>
            </a:xfrm>
            <a:custGeom>
              <a:rect b="b" l="l" r="r" t="t"/>
              <a:pathLst>
                <a:path extrusionOk="0" h="2535" w="3140">
                  <a:moveTo>
                    <a:pt x="1213" y="0"/>
                  </a:moveTo>
                  <a:cubicBezTo>
                    <a:pt x="1118" y="0"/>
                    <a:pt x="1024" y="55"/>
                    <a:pt x="977" y="142"/>
                  </a:cubicBezTo>
                  <a:cubicBezTo>
                    <a:pt x="919" y="276"/>
                    <a:pt x="833" y="390"/>
                    <a:pt x="738" y="496"/>
                  </a:cubicBezTo>
                  <a:cubicBezTo>
                    <a:pt x="699" y="534"/>
                    <a:pt x="661" y="572"/>
                    <a:pt x="623" y="611"/>
                  </a:cubicBezTo>
                  <a:cubicBezTo>
                    <a:pt x="479" y="735"/>
                    <a:pt x="326" y="840"/>
                    <a:pt x="163" y="926"/>
                  </a:cubicBezTo>
                  <a:cubicBezTo>
                    <a:pt x="58" y="974"/>
                    <a:pt x="1" y="1079"/>
                    <a:pt x="20" y="1194"/>
                  </a:cubicBezTo>
                  <a:cubicBezTo>
                    <a:pt x="116" y="1883"/>
                    <a:pt x="651" y="2429"/>
                    <a:pt x="1341" y="2534"/>
                  </a:cubicBezTo>
                  <a:cubicBezTo>
                    <a:pt x="977" y="2314"/>
                    <a:pt x="776" y="1931"/>
                    <a:pt x="795" y="1510"/>
                  </a:cubicBezTo>
                  <a:lnTo>
                    <a:pt x="795" y="1137"/>
                  </a:lnTo>
                  <a:cubicBezTo>
                    <a:pt x="852" y="1099"/>
                    <a:pt x="910" y="1051"/>
                    <a:pt x="967" y="1003"/>
                  </a:cubicBezTo>
                  <a:cubicBezTo>
                    <a:pt x="1111" y="869"/>
                    <a:pt x="1235" y="725"/>
                    <a:pt x="1341" y="563"/>
                  </a:cubicBezTo>
                  <a:cubicBezTo>
                    <a:pt x="1838" y="716"/>
                    <a:pt x="2298" y="965"/>
                    <a:pt x="2699" y="1300"/>
                  </a:cubicBezTo>
                  <a:cubicBezTo>
                    <a:pt x="2747" y="1338"/>
                    <a:pt x="2872" y="1453"/>
                    <a:pt x="3015" y="1587"/>
                  </a:cubicBezTo>
                  <a:cubicBezTo>
                    <a:pt x="3082" y="1434"/>
                    <a:pt x="3121" y="1271"/>
                    <a:pt x="3140" y="1108"/>
                  </a:cubicBezTo>
                  <a:cubicBezTo>
                    <a:pt x="3140" y="1032"/>
                    <a:pt x="3101" y="965"/>
                    <a:pt x="3044" y="917"/>
                  </a:cubicBezTo>
                  <a:cubicBezTo>
                    <a:pt x="2537" y="486"/>
                    <a:pt x="1924" y="170"/>
                    <a:pt x="1274" y="8"/>
                  </a:cubicBezTo>
                  <a:cubicBezTo>
                    <a:pt x="1254" y="3"/>
                    <a:pt x="1233" y="0"/>
                    <a:pt x="1213" y="0"/>
                  </a:cubicBez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58"/>
            <p:cNvSpPr/>
            <p:nvPr/>
          </p:nvSpPr>
          <p:spPr>
            <a:xfrm>
              <a:off x="7104188" y="2272476"/>
              <a:ext cx="27415" cy="47531"/>
            </a:xfrm>
            <a:custGeom>
              <a:rect b="b" l="l" r="r" t="t"/>
              <a:pathLst>
                <a:path extrusionOk="0" h="1810" w="1044">
                  <a:moveTo>
                    <a:pt x="153" y="1"/>
                  </a:moveTo>
                  <a:cubicBezTo>
                    <a:pt x="57" y="135"/>
                    <a:pt x="0" y="298"/>
                    <a:pt x="0" y="470"/>
                  </a:cubicBezTo>
                  <a:lnTo>
                    <a:pt x="0" y="1551"/>
                  </a:lnTo>
                  <a:cubicBezTo>
                    <a:pt x="0" y="1695"/>
                    <a:pt x="115" y="1810"/>
                    <a:pt x="258" y="1810"/>
                  </a:cubicBezTo>
                  <a:lnTo>
                    <a:pt x="1043" y="1810"/>
                  </a:lnTo>
                  <a:lnTo>
                    <a:pt x="1043" y="958"/>
                  </a:lnTo>
                  <a:cubicBezTo>
                    <a:pt x="1043" y="805"/>
                    <a:pt x="967" y="652"/>
                    <a:pt x="842" y="556"/>
                  </a:cubicBezTo>
                  <a:lnTo>
                    <a:pt x="153" y="1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58"/>
            <p:cNvSpPr/>
            <p:nvPr/>
          </p:nvSpPr>
          <p:spPr>
            <a:xfrm>
              <a:off x="7199932" y="2272476"/>
              <a:ext cx="27415" cy="47531"/>
            </a:xfrm>
            <a:custGeom>
              <a:rect b="b" l="l" r="r" t="t"/>
              <a:pathLst>
                <a:path extrusionOk="0" h="1810" w="1044">
                  <a:moveTo>
                    <a:pt x="881" y="1"/>
                  </a:moveTo>
                  <a:lnTo>
                    <a:pt x="201" y="546"/>
                  </a:lnTo>
                  <a:cubicBezTo>
                    <a:pt x="77" y="652"/>
                    <a:pt x="0" y="795"/>
                    <a:pt x="0" y="958"/>
                  </a:cubicBezTo>
                  <a:lnTo>
                    <a:pt x="0" y="1810"/>
                  </a:lnTo>
                  <a:lnTo>
                    <a:pt x="785" y="1810"/>
                  </a:lnTo>
                  <a:cubicBezTo>
                    <a:pt x="929" y="1800"/>
                    <a:pt x="1043" y="1685"/>
                    <a:pt x="1043" y="1551"/>
                  </a:cubicBezTo>
                  <a:lnTo>
                    <a:pt x="1043" y="470"/>
                  </a:lnTo>
                  <a:cubicBezTo>
                    <a:pt x="1043" y="298"/>
                    <a:pt x="986" y="135"/>
                    <a:pt x="881" y="1"/>
                  </a:cubicBez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58"/>
            <p:cNvSpPr/>
            <p:nvPr/>
          </p:nvSpPr>
          <p:spPr>
            <a:xfrm>
              <a:off x="7337140" y="2141806"/>
              <a:ext cx="33718" cy="73922"/>
            </a:xfrm>
            <a:custGeom>
              <a:rect b="b" l="l" r="r" t="t"/>
              <a:pathLst>
                <a:path extrusionOk="0" h="2815" w="1284">
                  <a:moveTo>
                    <a:pt x="776" y="0"/>
                  </a:moveTo>
                  <a:cubicBezTo>
                    <a:pt x="345" y="0"/>
                    <a:pt x="1" y="345"/>
                    <a:pt x="1" y="776"/>
                  </a:cubicBezTo>
                  <a:lnTo>
                    <a:pt x="1" y="948"/>
                  </a:lnTo>
                  <a:cubicBezTo>
                    <a:pt x="1" y="1168"/>
                    <a:pt x="39" y="1388"/>
                    <a:pt x="106" y="1599"/>
                  </a:cubicBezTo>
                  <a:lnTo>
                    <a:pt x="518" y="2814"/>
                  </a:lnTo>
                  <a:lnTo>
                    <a:pt x="1283" y="2814"/>
                  </a:lnTo>
                  <a:lnTo>
                    <a:pt x="128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58"/>
            <p:cNvSpPr/>
            <p:nvPr/>
          </p:nvSpPr>
          <p:spPr>
            <a:xfrm>
              <a:off x="7350717" y="2135031"/>
              <a:ext cx="80697" cy="80697"/>
            </a:xfrm>
            <a:custGeom>
              <a:rect b="b" l="l" r="r" t="t"/>
              <a:pathLst>
                <a:path extrusionOk="0" h="3073" w="3073">
                  <a:moveTo>
                    <a:pt x="766" y="0"/>
                  </a:moveTo>
                  <a:cubicBezTo>
                    <a:pt x="345" y="0"/>
                    <a:pt x="1" y="345"/>
                    <a:pt x="1" y="766"/>
                  </a:cubicBezTo>
                  <a:cubicBezTo>
                    <a:pt x="1" y="1053"/>
                    <a:pt x="230" y="1282"/>
                    <a:pt x="508" y="1282"/>
                  </a:cubicBezTo>
                  <a:lnTo>
                    <a:pt x="2556" y="3072"/>
                  </a:lnTo>
                  <a:lnTo>
                    <a:pt x="2986" y="1560"/>
                  </a:lnTo>
                  <a:cubicBezTo>
                    <a:pt x="3044" y="1378"/>
                    <a:pt x="3073" y="1187"/>
                    <a:pt x="3073" y="995"/>
                  </a:cubicBezTo>
                  <a:lnTo>
                    <a:pt x="3073" y="517"/>
                  </a:lnTo>
                  <a:cubicBezTo>
                    <a:pt x="3073" y="230"/>
                    <a:pt x="2843" y="0"/>
                    <a:pt x="25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58"/>
            <p:cNvSpPr/>
            <p:nvPr/>
          </p:nvSpPr>
          <p:spPr>
            <a:xfrm>
              <a:off x="7364030" y="2235791"/>
              <a:ext cx="40493" cy="29936"/>
            </a:xfrm>
            <a:custGeom>
              <a:rect b="b" l="l" r="r" t="t"/>
              <a:pathLst>
                <a:path extrusionOk="0" h="1140" w="1542">
                  <a:moveTo>
                    <a:pt x="1" y="1"/>
                  </a:moveTo>
                  <a:lnTo>
                    <a:pt x="1" y="1140"/>
                  </a:lnTo>
                  <a:lnTo>
                    <a:pt x="1542" y="1140"/>
                  </a:lnTo>
                  <a:lnTo>
                    <a:pt x="1542" y="1"/>
                  </a:ln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58"/>
            <p:cNvSpPr/>
            <p:nvPr/>
          </p:nvSpPr>
          <p:spPr>
            <a:xfrm>
              <a:off x="7364030" y="2236053"/>
              <a:ext cx="40493" cy="16281"/>
            </a:xfrm>
            <a:custGeom>
              <a:rect b="b" l="l" r="r" t="t"/>
              <a:pathLst>
                <a:path extrusionOk="0" h="620" w="1542">
                  <a:moveTo>
                    <a:pt x="1" y="0"/>
                  </a:moveTo>
                  <a:lnTo>
                    <a:pt x="1" y="469"/>
                  </a:lnTo>
                  <a:cubicBezTo>
                    <a:pt x="250" y="570"/>
                    <a:pt x="510" y="620"/>
                    <a:pt x="771" y="620"/>
                  </a:cubicBezTo>
                  <a:cubicBezTo>
                    <a:pt x="1032" y="620"/>
                    <a:pt x="1293" y="570"/>
                    <a:pt x="1542" y="469"/>
                  </a:cubicBezTo>
                  <a:lnTo>
                    <a:pt x="1542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58"/>
            <p:cNvSpPr/>
            <p:nvPr/>
          </p:nvSpPr>
          <p:spPr>
            <a:xfrm>
              <a:off x="7317051" y="2252124"/>
              <a:ext cx="134477" cy="67882"/>
            </a:xfrm>
            <a:custGeom>
              <a:rect b="b" l="l" r="r" t="t"/>
              <a:pathLst>
                <a:path extrusionOk="0" h="2585" w="5121">
                  <a:moveTo>
                    <a:pt x="1790" y="1"/>
                  </a:moveTo>
                  <a:lnTo>
                    <a:pt x="555" y="355"/>
                  </a:lnTo>
                  <a:cubicBezTo>
                    <a:pt x="230" y="451"/>
                    <a:pt x="0" y="757"/>
                    <a:pt x="0" y="1092"/>
                  </a:cubicBezTo>
                  <a:lnTo>
                    <a:pt x="0" y="2326"/>
                  </a:lnTo>
                  <a:cubicBezTo>
                    <a:pt x="0" y="2470"/>
                    <a:pt x="115" y="2585"/>
                    <a:pt x="258" y="2585"/>
                  </a:cubicBezTo>
                  <a:lnTo>
                    <a:pt x="4862" y="2585"/>
                  </a:lnTo>
                  <a:cubicBezTo>
                    <a:pt x="5005" y="2585"/>
                    <a:pt x="5120" y="2470"/>
                    <a:pt x="5120" y="2326"/>
                  </a:cubicBezTo>
                  <a:lnTo>
                    <a:pt x="5120" y="1092"/>
                  </a:lnTo>
                  <a:cubicBezTo>
                    <a:pt x="5120" y="757"/>
                    <a:pt x="4891" y="451"/>
                    <a:pt x="4565" y="355"/>
                  </a:cubicBezTo>
                  <a:lnTo>
                    <a:pt x="3331" y="1"/>
                  </a:lnTo>
                  <a:lnTo>
                    <a:pt x="2555" y="518"/>
                  </a:lnTo>
                  <a:lnTo>
                    <a:pt x="179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58"/>
            <p:cNvSpPr/>
            <p:nvPr/>
          </p:nvSpPr>
          <p:spPr>
            <a:xfrm>
              <a:off x="7377607" y="2265701"/>
              <a:ext cx="13340" cy="54306"/>
            </a:xfrm>
            <a:custGeom>
              <a:rect b="b" l="l" r="r" t="t"/>
              <a:pathLst>
                <a:path extrusionOk="0" h="2068" w="508">
                  <a:moveTo>
                    <a:pt x="125" y="1"/>
                  </a:moveTo>
                  <a:lnTo>
                    <a:pt x="1" y="2068"/>
                  </a:lnTo>
                  <a:lnTo>
                    <a:pt x="508" y="2068"/>
                  </a:lnTo>
                  <a:lnTo>
                    <a:pt x="3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58"/>
            <p:cNvSpPr/>
            <p:nvPr/>
          </p:nvSpPr>
          <p:spPr>
            <a:xfrm>
              <a:off x="7343941" y="2168906"/>
              <a:ext cx="80697" cy="73712"/>
            </a:xfrm>
            <a:custGeom>
              <a:rect b="b" l="l" r="r" t="t"/>
              <a:pathLst>
                <a:path extrusionOk="0" h="2807" w="3073">
                  <a:moveTo>
                    <a:pt x="955" y="1"/>
                  </a:moveTo>
                  <a:cubicBezTo>
                    <a:pt x="823" y="1"/>
                    <a:pt x="701" y="57"/>
                    <a:pt x="613" y="155"/>
                  </a:cubicBezTo>
                  <a:lnTo>
                    <a:pt x="153" y="615"/>
                  </a:lnTo>
                  <a:cubicBezTo>
                    <a:pt x="58" y="710"/>
                    <a:pt x="0" y="835"/>
                    <a:pt x="0" y="978"/>
                  </a:cubicBezTo>
                  <a:lnTo>
                    <a:pt x="0" y="1275"/>
                  </a:lnTo>
                  <a:cubicBezTo>
                    <a:pt x="0" y="2117"/>
                    <a:pt x="689" y="2806"/>
                    <a:pt x="1531" y="2806"/>
                  </a:cubicBezTo>
                  <a:cubicBezTo>
                    <a:pt x="2383" y="2806"/>
                    <a:pt x="3072" y="2117"/>
                    <a:pt x="3072" y="1275"/>
                  </a:cubicBezTo>
                  <a:lnTo>
                    <a:pt x="3072" y="949"/>
                  </a:lnTo>
                  <a:cubicBezTo>
                    <a:pt x="3072" y="815"/>
                    <a:pt x="3015" y="682"/>
                    <a:pt x="2919" y="586"/>
                  </a:cubicBezTo>
                  <a:cubicBezTo>
                    <a:pt x="2527" y="203"/>
                    <a:pt x="1799" y="31"/>
                    <a:pt x="986" y="2"/>
                  </a:cubicBezTo>
                  <a:cubicBezTo>
                    <a:pt x="975" y="1"/>
                    <a:pt x="965" y="1"/>
                    <a:pt x="955" y="1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58"/>
            <p:cNvSpPr/>
            <p:nvPr/>
          </p:nvSpPr>
          <p:spPr>
            <a:xfrm>
              <a:off x="7343941" y="2168906"/>
              <a:ext cx="80434" cy="72189"/>
            </a:xfrm>
            <a:custGeom>
              <a:rect b="b" l="l" r="r" t="t"/>
              <a:pathLst>
                <a:path extrusionOk="0" h="2749" w="3063">
                  <a:moveTo>
                    <a:pt x="955" y="1"/>
                  </a:moveTo>
                  <a:cubicBezTo>
                    <a:pt x="823" y="1"/>
                    <a:pt x="701" y="57"/>
                    <a:pt x="613" y="146"/>
                  </a:cubicBezTo>
                  <a:lnTo>
                    <a:pt x="153" y="615"/>
                  </a:lnTo>
                  <a:cubicBezTo>
                    <a:pt x="58" y="710"/>
                    <a:pt x="0" y="835"/>
                    <a:pt x="0" y="969"/>
                  </a:cubicBezTo>
                  <a:lnTo>
                    <a:pt x="0" y="1275"/>
                  </a:lnTo>
                  <a:cubicBezTo>
                    <a:pt x="0" y="1954"/>
                    <a:pt x="450" y="2557"/>
                    <a:pt x="1110" y="2749"/>
                  </a:cubicBezTo>
                  <a:cubicBezTo>
                    <a:pt x="890" y="2471"/>
                    <a:pt x="766" y="2136"/>
                    <a:pt x="766" y="1792"/>
                  </a:cubicBezTo>
                  <a:lnTo>
                    <a:pt x="766" y="1036"/>
                  </a:lnTo>
                  <a:cubicBezTo>
                    <a:pt x="766" y="751"/>
                    <a:pt x="996" y="527"/>
                    <a:pt x="1277" y="527"/>
                  </a:cubicBezTo>
                  <a:cubicBezTo>
                    <a:pt x="1288" y="527"/>
                    <a:pt x="1300" y="528"/>
                    <a:pt x="1311" y="528"/>
                  </a:cubicBezTo>
                  <a:cubicBezTo>
                    <a:pt x="1828" y="557"/>
                    <a:pt x="2594" y="643"/>
                    <a:pt x="3063" y="873"/>
                  </a:cubicBezTo>
                  <a:cubicBezTo>
                    <a:pt x="3053" y="768"/>
                    <a:pt x="2996" y="662"/>
                    <a:pt x="2919" y="586"/>
                  </a:cubicBezTo>
                  <a:cubicBezTo>
                    <a:pt x="2527" y="203"/>
                    <a:pt x="1799" y="21"/>
                    <a:pt x="986" y="2"/>
                  </a:cubicBezTo>
                  <a:cubicBezTo>
                    <a:pt x="975" y="1"/>
                    <a:pt x="965" y="1"/>
                    <a:pt x="955" y="1"/>
                  </a:cubicBez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58"/>
            <p:cNvSpPr/>
            <p:nvPr/>
          </p:nvSpPr>
          <p:spPr>
            <a:xfrm>
              <a:off x="7317051" y="2269482"/>
              <a:ext cx="26916" cy="50524"/>
            </a:xfrm>
            <a:custGeom>
              <a:rect b="b" l="l" r="r" t="t"/>
              <a:pathLst>
                <a:path extrusionOk="0" h="1924" w="1025">
                  <a:moveTo>
                    <a:pt x="144" y="0"/>
                  </a:moveTo>
                  <a:cubicBezTo>
                    <a:pt x="48" y="125"/>
                    <a:pt x="0" y="278"/>
                    <a:pt x="0" y="440"/>
                  </a:cubicBezTo>
                  <a:lnTo>
                    <a:pt x="0" y="1665"/>
                  </a:lnTo>
                  <a:cubicBezTo>
                    <a:pt x="0" y="1809"/>
                    <a:pt x="115" y="1924"/>
                    <a:pt x="258" y="1924"/>
                  </a:cubicBezTo>
                  <a:lnTo>
                    <a:pt x="1024" y="1924"/>
                  </a:lnTo>
                  <a:lnTo>
                    <a:pt x="1024" y="1206"/>
                  </a:lnTo>
                  <a:cubicBezTo>
                    <a:pt x="1024" y="995"/>
                    <a:pt x="948" y="804"/>
                    <a:pt x="804" y="660"/>
                  </a:cubicBezTo>
                  <a:lnTo>
                    <a:pt x="144" y="0"/>
                  </a:ln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58"/>
            <p:cNvSpPr/>
            <p:nvPr/>
          </p:nvSpPr>
          <p:spPr>
            <a:xfrm>
              <a:off x="7424612" y="2269482"/>
              <a:ext cx="26916" cy="50524"/>
            </a:xfrm>
            <a:custGeom>
              <a:rect b="b" l="l" r="r" t="t"/>
              <a:pathLst>
                <a:path extrusionOk="0" h="1924" w="1025">
                  <a:moveTo>
                    <a:pt x="881" y="0"/>
                  </a:moveTo>
                  <a:lnTo>
                    <a:pt x="220" y="660"/>
                  </a:lnTo>
                  <a:cubicBezTo>
                    <a:pt x="77" y="804"/>
                    <a:pt x="0" y="995"/>
                    <a:pt x="0" y="1206"/>
                  </a:cubicBezTo>
                  <a:lnTo>
                    <a:pt x="0" y="1924"/>
                  </a:lnTo>
                  <a:lnTo>
                    <a:pt x="766" y="1924"/>
                  </a:lnTo>
                  <a:cubicBezTo>
                    <a:pt x="909" y="1924"/>
                    <a:pt x="1024" y="1809"/>
                    <a:pt x="1024" y="1665"/>
                  </a:cubicBezTo>
                  <a:lnTo>
                    <a:pt x="1024" y="440"/>
                  </a:lnTo>
                  <a:cubicBezTo>
                    <a:pt x="1024" y="278"/>
                    <a:pt x="976" y="125"/>
                    <a:pt x="881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58"/>
            <p:cNvSpPr/>
            <p:nvPr/>
          </p:nvSpPr>
          <p:spPr>
            <a:xfrm>
              <a:off x="7377607" y="2265701"/>
              <a:ext cx="13340" cy="13340"/>
            </a:xfrm>
            <a:custGeom>
              <a:rect b="b" l="l" r="r" t="t"/>
              <a:pathLst>
                <a:path extrusionOk="0" h="508" w="508">
                  <a:moveTo>
                    <a:pt x="1" y="1"/>
                  </a:moveTo>
                  <a:lnTo>
                    <a:pt x="1" y="403"/>
                  </a:lnTo>
                  <a:cubicBezTo>
                    <a:pt x="1" y="460"/>
                    <a:pt x="48" y="508"/>
                    <a:pt x="106" y="508"/>
                  </a:cubicBezTo>
                  <a:lnTo>
                    <a:pt x="402" y="508"/>
                  </a:lnTo>
                  <a:cubicBezTo>
                    <a:pt x="460" y="508"/>
                    <a:pt x="508" y="460"/>
                    <a:pt x="508" y="403"/>
                  </a:cubicBezTo>
                  <a:lnTo>
                    <a:pt x="50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58"/>
            <p:cNvSpPr/>
            <p:nvPr/>
          </p:nvSpPr>
          <p:spPr>
            <a:xfrm>
              <a:off x="7356756" y="2246899"/>
              <a:ext cx="27415" cy="28229"/>
            </a:xfrm>
            <a:custGeom>
              <a:rect b="b" l="l" r="r" t="t"/>
              <a:pathLst>
                <a:path extrusionOk="0" h="1075" w="1044">
                  <a:moveTo>
                    <a:pt x="235" y="1"/>
                  </a:moveTo>
                  <a:cubicBezTo>
                    <a:pt x="204" y="1"/>
                    <a:pt x="174" y="15"/>
                    <a:pt x="153" y="47"/>
                  </a:cubicBezTo>
                  <a:lnTo>
                    <a:pt x="0" y="286"/>
                  </a:lnTo>
                  <a:lnTo>
                    <a:pt x="383" y="994"/>
                  </a:lnTo>
                  <a:cubicBezTo>
                    <a:pt x="412" y="1047"/>
                    <a:pt x="464" y="1075"/>
                    <a:pt x="517" y="1075"/>
                  </a:cubicBezTo>
                  <a:cubicBezTo>
                    <a:pt x="550" y="1075"/>
                    <a:pt x="583" y="1064"/>
                    <a:pt x="613" y="1042"/>
                  </a:cubicBezTo>
                  <a:lnTo>
                    <a:pt x="1043" y="717"/>
                  </a:lnTo>
                  <a:lnTo>
                    <a:pt x="306" y="28"/>
                  </a:lnTo>
                  <a:cubicBezTo>
                    <a:pt x="285" y="10"/>
                    <a:pt x="260" y="1"/>
                    <a:pt x="2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58"/>
            <p:cNvSpPr/>
            <p:nvPr/>
          </p:nvSpPr>
          <p:spPr>
            <a:xfrm>
              <a:off x="7384146" y="2246899"/>
              <a:ext cx="27678" cy="28229"/>
            </a:xfrm>
            <a:custGeom>
              <a:rect b="b" l="l" r="r" t="t"/>
              <a:pathLst>
                <a:path extrusionOk="0" h="1075" w="1054">
                  <a:moveTo>
                    <a:pt x="813" y="1"/>
                  </a:moveTo>
                  <a:cubicBezTo>
                    <a:pt x="786" y="1"/>
                    <a:pt x="759" y="10"/>
                    <a:pt x="737" y="28"/>
                  </a:cubicBezTo>
                  <a:lnTo>
                    <a:pt x="0" y="717"/>
                  </a:lnTo>
                  <a:lnTo>
                    <a:pt x="441" y="1042"/>
                  </a:lnTo>
                  <a:cubicBezTo>
                    <a:pt x="466" y="1064"/>
                    <a:pt x="499" y="1075"/>
                    <a:pt x="532" y="1075"/>
                  </a:cubicBezTo>
                  <a:cubicBezTo>
                    <a:pt x="585" y="1075"/>
                    <a:pt x="637" y="1047"/>
                    <a:pt x="661" y="994"/>
                  </a:cubicBezTo>
                  <a:lnTo>
                    <a:pt x="1053" y="286"/>
                  </a:lnTo>
                  <a:lnTo>
                    <a:pt x="900" y="47"/>
                  </a:lnTo>
                  <a:cubicBezTo>
                    <a:pt x="879" y="15"/>
                    <a:pt x="846" y="1"/>
                    <a:pt x="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58"/>
            <p:cNvSpPr/>
            <p:nvPr/>
          </p:nvSpPr>
          <p:spPr>
            <a:xfrm>
              <a:off x="7159964" y="1971904"/>
              <a:ext cx="190516" cy="164151"/>
            </a:xfrm>
            <a:custGeom>
              <a:rect b="b" l="l" r="r" t="t"/>
              <a:pathLst>
                <a:path extrusionOk="0" h="6251" w="7255">
                  <a:moveTo>
                    <a:pt x="642" y="1"/>
                  </a:moveTo>
                  <a:cubicBezTo>
                    <a:pt x="288" y="1"/>
                    <a:pt x="1" y="288"/>
                    <a:pt x="1" y="642"/>
                  </a:cubicBezTo>
                  <a:lnTo>
                    <a:pt x="1" y="4059"/>
                  </a:lnTo>
                  <a:cubicBezTo>
                    <a:pt x="1" y="4413"/>
                    <a:pt x="288" y="4700"/>
                    <a:pt x="642" y="4700"/>
                  </a:cubicBezTo>
                  <a:lnTo>
                    <a:pt x="2987" y="4700"/>
                  </a:lnTo>
                  <a:lnTo>
                    <a:pt x="2632" y="6116"/>
                  </a:lnTo>
                  <a:cubicBezTo>
                    <a:pt x="2611" y="6189"/>
                    <a:pt x="2672" y="6251"/>
                    <a:pt x="2736" y="6251"/>
                  </a:cubicBezTo>
                  <a:cubicBezTo>
                    <a:pt x="2756" y="6251"/>
                    <a:pt x="2777" y="6245"/>
                    <a:pt x="2795" y="6231"/>
                  </a:cubicBezTo>
                  <a:lnTo>
                    <a:pt x="4901" y="4700"/>
                  </a:lnTo>
                  <a:lnTo>
                    <a:pt x="6614" y="4700"/>
                  </a:lnTo>
                  <a:cubicBezTo>
                    <a:pt x="6968" y="4700"/>
                    <a:pt x="7255" y="4413"/>
                    <a:pt x="7255" y="4059"/>
                  </a:cubicBezTo>
                  <a:lnTo>
                    <a:pt x="7255" y="642"/>
                  </a:lnTo>
                  <a:cubicBezTo>
                    <a:pt x="7255" y="288"/>
                    <a:pt x="6968" y="1"/>
                    <a:pt x="66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58"/>
            <p:cNvSpPr/>
            <p:nvPr/>
          </p:nvSpPr>
          <p:spPr>
            <a:xfrm>
              <a:off x="7191896" y="2000055"/>
              <a:ext cx="31670" cy="11082"/>
            </a:xfrm>
            <a:custGeom>
              <a:rect b="b" l="l" r="r" t="t"/>
              <a:pathLst>
                <a:path extrusionOk="0" h="422" w="1206">
                  <a:moveTo>
                    <a:pt x="287" y="1"/>
                  </a:moveTo>
                  <a:cubicBezTo>
                    <a:pt x="0" y="1"/>
                    <a:pt x="0" y="422"/>
                    <a:pt x="287" y="422"/>
                  </a:cubicBezTo>
                  <a:lnTo>
                    <a:pt x="919" y="422"/>
                  </a:lnTo>
                  <a:cubicBezTo>
                    <a:pt x="1206" y="422"/>
                    <a:pt x="1206" y="1"/>
                    <a:pt x="9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58"/>
            <p:cNvSpPr/>
            <p:nvPr/>
          </p:nvSpPr>
          <p:spPr>
            <a:xfrm>
              <a:off x="7231102" y="2000055"/>
              <a:ext cx="87735" cy="11082"/>
            </a:xfrm>
            <a:custGeom>
              <a:rect b="b" l="l" r="r" t="t"/>
              <a:pathLst>
                <a:path extrusionOk="0" h="422" w="3341">
                  <a:moveTo>
                    <a:pt x="278" y="1"/>
                  </a:moveTo>
                  <a:cubicBezTo>
                    <a:pt x="0" y="1"/>
                    <a:pt x="0" y="422"/>
                    <a:pt x="278" y="422"/>
                  </a:cubicBezTo>
                  <a:lnTo>
                    <a:pt x="3053" y="422"/>
                  </a:lnTo>
                  <a:cubicBezTo>
                    <a:pt x="3340" y="422"/>
                    <a:pt x="3340" y="1"/>
                    <a:pt x="3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58"/>
            <p:cNvSpPr/>
            <p:nvPr/>
          </p:nvSpPr>
          <p:spPr>
            <a:xfrm>
              <a:off x="7191896" y="2027969"/>
              <a:ext cx="126941" cy="11318"/>
            </a:xfrm>
            <a:custGeom>
              <a:rect b="b" l="l" r="r" t="t"/>
              <a:pathLst>
                <a:path extrusionOk="0" h="431" w="4834">
                  <a:moveTo>
                    <a:pt x="287" y="0"/>
                  </a:moveTo>
                  <a:cubicBezTo>
                    <a:pt x="0" y="0"/>
                    <a:pt x="0" y="431"/>
                    <a:pt x="287" y="431"/>
                  </a:cubicBezTo>
                  <a:lnTo>
                    <a:pt x="4546" y="431"/>
                  </a:lnTo>
                  <a:cubicBezTo>
                    <a:pt x="4833" y="431"/>
                    <a:pt x="4833" y="0"/>
                    <a:pt x="45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58"/>
            <p:cNvSpPr/>
            <p:nvPr/>
          </p:nvSpPr>
          <p:spPr>
            <a:xfrm>
              <a:off x="7191896" y="2056093"/>
              <a:ext cx="87735" cy="11108"/>
            </a:xfrm>
            <a:custGeom>
              <a:rect b="b" l="l" r="r" t="t"/>
              <a:pathLst>
                <a:path extrusionOk="0" h="423" w="3341">
                  <a:moveTo>
                    <a:pt x="287" y="1"/>
                  </a:moveTo>
                  <a:cubicBezTo>
                    <a:pt x="0" y="1"/>
                    <a:pt x="0" y="422"/>
                    <a:pt x="287" y="422"/>
                  </a:cubicBezTo>
                  <a:lnTo>
                    <a:pt x="3053" y="422"/>
                  </a:lnTo>
                  <a:cubicBezTo>
                    <a:pt x="3340" y="422"/>
                    <a:pt x="3340" y="1"/>
                    <a:pt x="3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58"/>
            <p:cNvSpPr/>
            <p:nvPr/>
          </p:nvSpPr>
          <p:spPr>
            <a:xfrm>
              <a:off x="7286878" y="2056093"/>
              <a:ext cx="31958" cy="11108"/>
            </a:xfrm>
            <a:custGeom>
              <a:rect b="b" l="l" r="r" t="t"/>
              <a:pathLst>
                <a:path extrusionOk="0" h="423" w="1217">
                  <a:moveTo>
                    <a:pt x="288" y="1"/>
                  </a:moveTo>
                  <a:cubicBezTo>
                    <a:pt x="1" y="1"/>
                    <a:pt x="1" y="422"/>
                    <a:pt x="288" y="422"/>
                  </a:cubicBezTo>
                  <a:lnTo>
                    <a:pt x="929" y="422"/>
                  </a:lnTo>
                  <a:cubicBezTo>
                    <a:pt x="1216" y="422"/>
                    <a:pt x="1216" y="1"/>
                    <a:pt x="9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4" name="Google Shape;1804;p58"/>
          <p:cNvGrpSpPr/>
          <p:nvPr/>
        </p:nvGrpSpPr>
        <p:grpSpPr>
          <a:xfrm>
            <a:off x="6896617" y="2136627"/>
            <a:ext cx="444204" cy="328392"/>
            <a:chOff x="6633976" y="2459552"/>
            <a:chExt cx="387781" cy="286680"/>
          </a:xfrm>
        </p:grpSpPr>
        <p:sp>
          <p:nvSpPr>
            <p:cNvPr id="1805" name="Google Shape;1805;p58"/>
            <p:cNvSpPr/>
            <p:nvPr/>
          </p:nvSpPr>
          <p:spPr>
            <a:xfrm>
              <a:off x="6635473" y="2459552"/>
              <a:ext cx="386285" cy="205773"/>
            </a:xfrm>
            <a:custGeom>
              <a:rect b="b" l="l" r="r" t="t"/>
              <a:pathLst>
                <a:path extrusionOk="0" h="7836" w="14710">
                  <a:moveTo>
                    <a:pt x="5944" y="1"/>
                  </a:moveTo>
                  <a:cubicBezTo>
                    <a:pt x="4569" y="1"/>
                    <a:pt x="3205" y="834"/>
                    <a:pt x="2747" y="2380"/>
                  </a:cubicBezTo>
                  <a:lnTo>
                    <a:pt x="2728" y="2380"/>
                  </a:lnTo>
                  <a:cubicBezTo>
                    <a:pt x="1216" y="2380"/>
                    <a:pt x="0" y="3596"/>
                    <a:pt x="0" y="5108"/>
                  </a:cubicBezTo>
                  <a:cubicBezTo>
                    <a:pt x="0" y="6610"/>
                    <a:pt x="1216" y="7835"/>
                    <a:pt x="2728" y="7835"/>
                  </a:cubicBezTo>
                  <a:lnTo>
                    <a:pt x="12451" y="7835"/>
                  </a:lnTo>
                  <a:cubicBezTo>
                    <a:pt x="13696" y="7835"/>
                    <a:pt x="14710" y="6821"/>
                    <a:pt x="14710" y="5577"/>
                  </a:cubicBezTo>
                  <a:cubicBezTo>
                    <a:pt x="14710" y="4333"/>
                    <a:pt x="13696" y="3328"/>
                    <a:pt x="12451" y="3328"/>
                  </a:cubicBezTo>
                  <a:cubicBezTo>
                    <a:pt x="12375" y="3328"/>
                    <a:pt x="12298" y="3328"/>
                    <a:pt x="12212" y="3337"/>
                  </a:cubicBezTo>
                  <a:cubicBezTo>
                    <a:pt x="11852" y="2172"/>
                    <a:pt x="10772" y="1424"/>
                    <a:pt x="9614" y="1424"/>
                  </a:cubicBezTo>
                  <a:cubicBezTo>
                    <a:pt x="9327" y="1424"/>
                    <a:pt x="9035" y="1470"/>
                    <a:pt x="8748" y="1567"/>
                  </a:cubicBezTo>
                  <a:cubicBezTo>
                    <a:pt x="8087" y="504"/>
                    <a:pt x="7012" y="1"/>
                    <a:pt x="59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58"/>
            <p:cNvSpPr/>
            <p:nvPr/>
          </p:nvSpPr>
          <p:spPr>
            <a:xfrm>
              <a:off x="6633976" y="2522051"/>
              <a:ext cx="352856" cy="143012"/>
            </a:xfrm>
            <a:custGeom>
              <a:rect b="b" l="l" r="r" t="t"/>
              <a:pathLst>
                <a:path extrusionOk="0" h="5446" w="13437">
                  <a:moveTo>
                    <a:pt x="2661" y="0"/>
                  </a:moveTo>
                  <a:cubicBezTo>
                    <a:pt x="1168" y="67"/>
                    <a:pt x="0" y="1321"/>
                    <a:pt x="48" y="2814"/>
                  </a:cubicBezTo>
                  <a:cubicBezTo>
                    <a:pt x="96" y="4307"/>
                    <a:pt x="1378" y="5446"/>
                    <a:pt x="2862" y="5446"/>
                  </a:cubicBezTo>
                  <a:lnTo>
                    <a:pt x="12690" y="5446"/>
                  </a:lnTo>
                  <a:cubicBezTo>
                    <a:pt x="13437" y="5388"/>
                    <a:pt x="13370" y="4269"/>
                    <a:pt x="12623" y="4269"/>
                  </a:cubicBezTo>
                  <a:lnTo>
                    <a:pt x="10738" y="4269"/>
                  </a:lnTo>
                  <a:cubicBezTo>
                    <a:pt x="10604" y="4269"/>
                    <a:pt x="10499" y="4154"/>
                    <a:pt x="10499" y="4029"/>
                  </a:cubicBezTo>
                  <a:lnTo>
                    <a:pt x="10499" y="3273"/>
                  </a:lnTo>
                  <a:cubicBezTo>
                    <a:pt x="10499" y="3024"/>
                    <a:pt x="10393" y="2776"/>
                    <a:pt x="10221" y="2603"/>
                  </a:cubicBezTo>
                  <a:lnTo>
                    <a:pt x="8833" y="1216"/>
                  </a:lnTo>
                  <a:cubicBezTo>
                    <a:pt x="8652" y="1043"/>
                    <a:pt x="8412" y="938"/>
                    <a:pt x="8163" y="938"/>
                  </a:cubicBezTo>
                  <a:lnTo>
                    <a:pt x="5034" y="938"/>
                  </a:lnTo>
                  <a:cubicBezTo>
                    <a:pt x="4642" y="938"/>
                    <a:pt x="4316" y="1263"/>
                    <a:pt x="4316" y="1656"/>
                  </a:cubicBezTo>
                  <a:lnTo>
                    <a:pt x="4316" y="3867"/>
                  </a:lnTo>
                  <a:cubicBezTo>
                    <a:pt x="4316" y="4000"/>
                    <a:pt x="4206" y="4102"/>
                    <a:pt x="4082" y="4102"/>
                  </a:cubicBezTo>
                  <a:cubicBezTo>
                    <a:pt x="4055" y="4102"/>
                    <a:pt x="4028" y="4097"/>
                    <a:pt x="4000" y="4087"/>
                  </a:cubicBezTo>
                  <a:cubicBezTo>
                    <a:pt x="2316" y="3503"/>
                    <a:pt x="1646" y="1474"/>
                    <a:pt x="2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58"/>
            <p:cNvSpPr/>
            <p:nvPr/>
          </p:nvSpPr>
          <p:spPr>
            <a:xfrm>
              <a:off x="6759867" y="2559235"/>
              <a:ext cx="137261" cy="186997"/>
            </a:xfrm>
            <a:custGeom>
              <a:rect b="b" l="l" r="r" t="t"/>
              <a:pathLst>
                <a:path extrusionOk="0" h="7121" w="5227">
                  <a:moveTo>
                    <a:pt x="240" y="1"/>
                  </a:moveTo>
                  <a:cubicBezTo>
                    <a:pt x="106" y="1"/>
                    <a:pt x="1" y="106"/>
                    <a:pt x="1" y="240"/>
                  </a:cubicBezTo>
                  <a:lnTo>
                    <a:pt x="1" y="6882"/>
                  </a:lnTo>
                  <a:cubicBezTo>
                    <a:pt x="1" y="7016"/>
                    <a:pt x="106" y="7121"/>
                    <a:pt x="240" y="7121"/>
                  </a:cubicBezTo>
                  <a:lnTo>
                    <a:pt x="4987" y="7121"/>
                  </a:lnTo>
                  <a:cubicBezTo>
                    <a:pt x="5121" y="7121"/>
                    <a:pt x="5226" y="7016"/>
                    <a:pt x="5226" y="6882"/>
                  </a:cubicBezTo>
                  <a:lnTo>
                    <a:pt x="5226" y="1857"/>
                  </a:lnTo>
                  <a:cubicBezTo>
                    <a:pt x="5226" y="1733"/>
                    <a:pt x="5178" y="1608"/>
                    <a:pt x="5092" y="1522"/>
                  </a:cubicBezTo>
                  <a:lnTo>
                    <a:pt x="3704" y="144"/>
                  </a:lnTo>
                  <a:cubicBezTo>
                    <a:pt x="3618" y="48"/>
                    <a:pt x="3494" y="1"/>
                    <a:pt x="3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58"/>
            <p:cNvSpPr/>
            <p:nvPr/>
          </p:nvSpPr>
          <p:spPr>
            <a:xfrm>
              <a:off x="6792613" y="2632553"/>
              <a:ext cx="72189" cy="84163"/>
            </a:xfrm>
            <a:custGeom>
              <a:rect b="b" l="l" r="r" t="t"/>
              <a:pathLst>
                <a:path extrusionOk="0" h="3205" w="2749">
                  <a:moveTo>
                    <a:pt x="1371" y="1"/>
                  </a:moveTo>
                  <a:cubicBezTo>
                    <a:pt x="1285" y="1"/>
                    <a:pt x="1199" y="37"/>
                    <a:pt x="1137" y="108"/>
                  </a:cubicBezTo>
                  <a:lnTo>
                    <a:pt x="189" y="1295"/>
                  </a:lnTo>
                  <a:cubicBezTo>
                    <a:pt x="1" y="1526"/>
                    <a:pt x="205" y="1792"/>
                    <a:pt x="422" y="1792"/>
                  </a:cubicBezTo>
                  <a:cubicBezTo>
                    <a:pt x="502" y="1792"/>
                    <a:pt x="584" y="1756"/>
                    <a:pt x="649" y="1668"/>
                  </a:cubicBezTo>
                  <a:lnTo>
                    <a:pt x="1070" y="1142"/>
                  </a:lnTo>
                  <a:lnTo>
                    <a:pt x="1070" y="2903"/>
                  </a:lnTo>
                  <a:cubicBezTo>
                    <a:pt x="1070" y="3104"/>
                    <a:pt x="1220" y="3204"/>
                    <a:pt x="1371" y="3204"/>
                  </a:cubicBezTo>
                  <a:cubicBezTo>
                    <a:pt x="1522" y="3204"/>
                    <a:pt x="1673" y="3104"/>
                    <a:pt x="1673" y="2903"/>
                  </a:cubicBezTo>
                  <a:lnTo>
                    <a:pt x="1673" y="1142"/>
                  </a:lnTo>
                  <a:lnTo>
                    <a:pt x="2094" y="1668"/>
                  </a:lnTo>
                  <a:cubicBezTo>
                    <a:pt x="2161" y="1756"/>
                    <a:pt x="2245" y="1792"/>
                    <a:pt x="2326" y="1792"/>
                  </a:cubicBezTo>
                  <a:cubicBezTo>
                    <a:pt x="2546" y="1792"/>
                    <a:pt x="2749" y="1526"/>
                    <a:pt x="2553" y="1295"/>
                  </a:cubicBezTo>
                  <a:lnTo>
                    <a:pt x="1606" y="108"/>
                  </a:lnTo>
                  <a:cubicBezTo>
                    <a:pt x="1543" y="37"/>
                    <a:pt x="1457" y="1"/>
                    <a:pt x="1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58"/>
            <p:cNvSpPr/>
            <p:nvPr/>
          </p:nvSpPr>
          <p:spPr>
            <a:xfrm>
              <a:off x="6792429" y="2477882"/>
              <a:ext cx="58875" cy="39416"/>
            </a:xfrm>
            <a:custGeom>
              <a:rect b="b" l="l" r="r" t="t"/>
              <a:pathLst>
                <a:path extrusionOk="0" h="1501" w="2242">
                  <a:moveTo>
                    <a:pt x="416" y="1"/>
                  </a:moveTo>
                  <a:cubicBezTo>
                    <a:pt x="87" y="1"/>
                    <a:pt x="0" y="519"/>
                    <a:pt x="369" y="591"/>
                  </a:cubicBezTo>
                  <a:cubicBezTo>
                    <a:pt x="866" y="687"/>
                    <a:pt x="1306" y="974"/>
                    <a:pt x="1613" y="1376"/>
                  </a:cubicBezTo>
                  <a:cubicBezTo>
                    <a:pt x="1670" y="1453"/>
                    <a:pt x="1756" y="1500"/>
                    <a:pt x="1852" y="1500"/>
                  </a:cubicBezTo>
                  <a:cubicBezTo>
                    <a:pt x="1856" y="1501"/>
                    <a:pt x="1860" y="1501"/>
                    <a:pt x="1864" y="1501"/>
                  </a:cubicBezTo>
                  <a:cubicBezTo>
                    <a:pt x="2105" y="1501"/>
                    <a:pt x="2242" y="1220"/>
                    <a:pt x="2091" y="1022"/>
                  </a:cubicBezTo>
                  <a:cubicBezTo>
                    <a:pt x="1699" y="496"/>
                    <a:pt x="1125" y="141"/>
                    <a:pt x="483" y="7"/>
                  </a:cubicBezTo>
                  <a:cubicBezTo>
                    <a:pt x="460" y="3"/>
                    <a:pt x="437" y="1"/>
                    <a:pt x="4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58"/>
            <p:cNvSpPr/>
            <p:nvPr/>
          </p:nvSpPr>
          <p:spPr>
            <a:xfrm>
              <a:off x="6891823" y="2516720"/>
              <a:ext cx="47005" cy="38024"/>
            </a:xfrm>
            <a:custGeom>
              <a:rect b="b" l="l" r="r" t="t"/>
              <a:pathLst>
                <a:path extrusionOk="0" h="1448" w="1790">
                  <a:moveTo>
                    <a:pt x="425" y="1"/>
                  </a:moveTo>
                  <a:cubicBezTo>
                    <a:pt x="127" y="1"/>
                    <a:pt x="1" y="465"/>
                    <a:pt x="335" y="576"/>
                  </a:cubicBezTo>
                  <a:cubicBezTo>
                    <a:pt x="689" y="701"/>
                    <a:pt x="986" y="959"/>
                    <a:pt x="1158" y="1285"/>
                  </a:cubicBezTo>
                  <a:cubicBezTo>
                    <a:pt x="1206" y="1380"/>
                    <a:pt x="1311" y="1447"/>
                    <a:pt x="1417" y="1447"/>
                  </a:cubicBezTo>
                  <a:cubicBezTo>
                    <a:pt x="1646" y="1447"/>
                    <a:pt x="1790" y="1208"/>
                    <a:pt x="1685" y="1007"/>
                  </a:cubicBezTo>
                  <a:cubicBezTo>
                    <a:pt x="1436" y="548"/>
                    <a:pt x="1024" y="194"/>
                    <a:pt x="536" y="21"/>
                  </a:cubicBezTo>
                  <a:cubicBezTo>
                    <a:pt x="497" y="7"/>
                    <a:pt x="460" y="1"/>
                    <a:pt x="4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58"/>
            <p:cNvSpPr/>
            <p:nvPr/>
          </p:nvSpPr>
          <p:spPr>
            <a:xfrm>
              <a:off x="6841036" y="2559235"/>
              <a:ext cx="56091" cy="56328"/>
            </a:xfrm>
            <a:custGeom>
              <a:rect b="b" l="l" r="r" t="t"/>
              <a:pathLst>
                <a:path extrusionOk="0" h="2145" w="2136">
                  <a:moveTo>
                    <a:pt x="1" y="1"/>
                  </a:moveTo>
                  <a:lnTo>
                    <a:pt x="1" y="1666"/>
                  </a:lnTo>
                  <a:cubicBezTo>
                    <a:pt x="1" y="1924"/>
                    <a:pt x="211" y="2144"/>
                    <a:pt x="479" y="2144"/>
                  </a:cubicBezTo>
                  <a:lnTo>
                    <a:pt x="2135" y="2144"/>
                  </a:lnTo>
                  <a:lnTo>
                    <a:pt x="2135" y="1867"/>
                  </a:lnTo>
                  <a:cubicBezTo>
                    <a:pt x="2126" y="1800"/>
                    <a:pt x="2116" y="1733"/>
                    <a:pt x="2087" y="1666"/>
                  </a:cubicBezTo>
                  <a:lnTo>
                    <a:pt x="470" y="1666"/>
                  </a:lnTo>
                  <a:lnTo>
                    <a:pt x="470" y="48"/>
                  </a:lnTo>
                  <a:cubicBezTo>
                    <a:pt x="412" y="20"/>
                    <a:pt x="345" y="1"/>
                    <a:pt x="2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Table des matières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17" name="Google Shape;1817;p59"/>
          <p:cNvSpPr txBox="1"/>
          <p:nvPr>
            <p:ph idx="5" type="title"/>
          </p:nvPr>
        </p:nvSpPr>
        <p:spPr>
          <a:xfrm>
            <a:off x="837826" y="1268575"/>
            <a:ext cx="9546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sp>
        <p:nvSpPr>
          <p:cNvPr id="1818" name="Google Shape;1818;p59"/>
          <p:cNvSpPr txBox="1"/>
          <p:nvPr>
            <p:ph idx="7" type="title"/>
          </p:nvPr>
        </p:nvSpPr>
        <p:spPr>
          <a:xfrm>
            <a:off x="4558251" y="1268575"/>
            <a:ext cx="9546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sp>
        <p:nvSpPr>
          <p:cNvPr id="1819" name="Google Shape;1819;p59"/>
          <p:cNvSpPr txBox="1"/>
          <p:nvPr>
            <p:ph idx="8" type="title"/>
          </p:nvPr>
        </p:nvSpPr>
        <p:spPr>
          <a:xfrm>
            <a:off x="4558251" y="2964771"/>
            <a:ext cx="9546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04</a:t>
            </a:r>
            <a:endParaRPr/>
          </a:p>
        </p:txBody>
      </p:sp>
      <p:sp>
        <p:nvSpPr>
          <p:cNvPr id="1820" name="Google Shape;1820;p59"/>
          <p:cNvSpPr txBox="1"/>
          <p:nvPr>
            <p:ph idx="6" type="title"/>
          </p:nvPr>
        </p:nvSpPr>
        <p:spPr>
          <a:xfrm>
            <a:off x="837826" y="2964771"/>
            <a:ext cx="9546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sp>
        <p:nvSpPr>
          <p:cNvPr id="1821" name="Google Shape;1821;p59"/>
          <p:cNvSpPr txBox="1"/>
          <p:nvPr>
            <p:ph idx="9" type="subTitle"/>
          </p:nvPr>
        </p:nvSpPr>
        <p:spPr>
          <a:xfrm>
            <a:off x="837825" y="1825675"/>
            <a:ext cx="2919300" cy="8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Gestion du Support et Priorisation</a:t>
            </a:r>
            <a:endParaRPr/>
          </a:p>
        </p:txBody>
      </p:sp>
      <p:sp>
        <p:nvSpPr>
          <p:cNvPr id="1822" name="Google Shape;1822;p59"/>
          <p:cNvSpPr txBox="1"/>
          <p:nvPr>
            <p:ph idx="13" type="subTitle"/>
          </p:nvPr>
        </p:nvSpPr>
        <p:spPr>
          <a:xfrm>
            <a:off x="4558250" y="1825675"/>
            <a:ext cx="3131400" cy="8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Résolution des Incidents et Demandes</a:t>
            </a:r>
            <a:endParaRPr/>
          </a:p>
        </p:txBody>
      </p:sp>
      <p:sp>
        <p:nvSpPr>
          <p:cNvPr id="1823" name="Google Shape;1823;p59"/>
          <p:cNvSpPr txBox="1"/>
          <p:nvPr>
            <p:ph idx="14" type="subTitle"/>
          </p:nvPr>
        </p:nvSpPr>
        <p:spPr>
          <a:xfrm>
            <a:off x="837825" y="3521825"/>
            <a:ext cx="2919300" cy="8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Amélioration Continue du Service</a:t>
            </a:r>
            <a:endParaRPr/>
          </a:p>
        </p:txBody>
      </p:sp>
      <p:sp>
        <p:nvSpPr>
          <p:cNvPr id="1824" name="Google Shape;1824;p59"/>
          <p:cNvSpPr txBox="1"/>
          <p:nvPr>
            <p:ph idx="15" type="subTitle"/>
          </p:nvPr>
        </p:nvSpPr>
        <p:spPr>
          <a:xfrm>
            <a:off x="4558250" y="3521825"/>
            <a:ext cx="2919300" cy="8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Bilan de la Mission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8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p60"/>
          <p:cNvSpPr txBox="1"/>
          <p:nvPr>
            <p:ph type="title"/>
          </p:nvPr>
        </p:nvSpPr>
        <p:spPr>
          <a:xfrm>
            <a:off x="252300" y="2060800"/>
            <a:ext cx="3710400" cy="16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chemeClr val="dk2"/>
                </a:solidFill>
              </a:rPr>
              <a:t>Gestion du </a:t>
            </a:r>
            <a:r>
              <a:rPr lang="fr" sz="4200"/>
              <a:t>Support et Priorisation</a:t>
            </a:r>
            <a:endParaRPr sz="4200"/>
          </a:p>
        </p:txBody>
      </p:sp>
      <p:grpSp>
        <p:nvGrpSpPr>
          <p:cNvPr id="1830" name="Google Shape;1830;p60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1831" name="Google Shape;1831;p60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0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0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0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0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0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0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0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0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0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0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0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0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0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0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0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0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0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49" name="Google Shape;1849;p60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1850" name="Google Shape;1850;p6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6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6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6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6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6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6" name="Google Shape;1856;p60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1857" name="Google Shape;1857;p6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6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6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0" name="Google Shape;1860;p60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0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0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0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0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0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0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0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0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0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0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0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0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0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0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0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0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0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0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0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0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0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0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0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0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0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0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0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0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0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0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0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0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0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0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0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0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0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0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0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0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0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0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0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0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0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0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0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0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0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0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0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0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0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0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0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0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0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0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0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0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0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0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0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0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0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0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0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0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0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0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0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0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0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0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0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Détails </a:t>
            </a:r>
            <a:r>
              <a:rPr lang="fr">
                <a:solidFill>
                  <a:schemeClr val="dk1"/>
                </a:solidFill>
              </a:rPr>
              <a:t>Ticket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1" name="Google Shape;194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488" y="2309775"/>
            <a:ext cx="5505025" cy="143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2" name="Google Shape;1942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610375"/>
            <a:ext cx="8839203" cy="24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Justification des </a:t>
            </a:r>
            <a:r>
              <a:rPr lang="fr">
                <a:solidFill>
                  <a:schemeClr val="dk1"/>
                </a:solidFill>
              </a:rPr>
              <a:t>priorités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8" name="Google Shape;1948;p62"/>
          <p:cNvSpPr txBox="1"/>
          <p:nvPr>
            <p:ph idx="1" type="subTitle"/>
          </p:nvPr>
        </p:nvSpPr>
        <p:spPr>
          <a:xfrm>
            <a:off x="48548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La rapidité</a:t>
            </a:r>
            <a:r>
              <a:rPr lang="fr"/>
              <a:t> à laquelle l’incident doit </a:t>
            </a:r>
            <a:r>
              <a:rPr lang="fr"/>
              <a:t>être résolu</a:t>
            </a:r>
            <a:endParaRPr/>
          </a:p>
        </p:txBody>
      </p:sp>
      <p:sp>
        <p:nvSpPr>
          <p:cNvPr id="1949" name="Google Shape;1949;p62"/>
          <p:cNvSpPr txBox="1"/>
          <p:nvPr>
            <p:ph idx="2" type="subTitle"/>
          </p:nvPr>
        </p:nvSpPr>
        <p:spPr>
          <a:xfrm>
            <a:off x="1358200" y="2858700"/>
            <a:ext cx="2931000" cy="11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/>
              <a:t>Incidence</a:t>
            </a:r>
            <a:r>
              <a:rPr lang="fr"/>
              <a:t> sur l’entreprise</a:t>
            </a:r>
            <a:endParaRPr b="1"/>
          </a:p>
        </p:txBody>
      </p:sp>
      <p:sp>
        <p:nvSpPr>
          <p:cNvPr id="1950" name="Google Shape;1950;p62"/>
          <p:cNvSpPr txBox="1"/>
          <p:nvPr>
            <p:ph idx="3" type="subTitle"/>
          </p:nvPr>
        </p:nvSpPr>
        <p:spPr>
          <a:xfrm>
            <a:off x="4854805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Urgence</a:t>
            </a:r>
            <a:endParaRPr/>
          </a:p>
        </p:txBody>
      </p:sp>
      <p:sp>
        <p:nvSpPr>
          <p:cNvPr id="1951" name="Google Shape;1951;p62"/>
          <p:cNvSpPr txBox="1"/>
          <p:nvPr>
            <p:ph idx="4" type="subTitle"/>
          </p:nvPr>
        </p:nvSpPr>
        <p:spPr>
          <a:xfrm>
            <a:off x="1358200" y="2520175"/>
            <a:ext cx="29310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Impact</a:t>
            </a:r>
            <a:endParaRPr/>
          </a:p>
        </p:txBody>
      </p:sp>
      <p:sp>
        <p:nvSpPr>
          <p:cNvPr id="1952" name="Google Shape;1952;p62"/>
          <p:cNvSpPr/>
          <p:nvPr/>
        </p:nvSpPr>
        <p:spPr>
          <a:xfrm>
            <a:off x="2469100" y="1555038"/>
            <a:ext cx="709200" cy="70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62"/>
          <p:cNvSpPr/>
          <p:nvPr/>
        </p:nvSpPr>
        <p:spPr>
          <a:xfrm>
            <a:off x="5965700" y="1555038"/>
            <a:ext cx="709200" cy="7092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4" name="Google Shape;1954;p62"/>
          <p:cNvGrpSpPr/>
          <p:nvPr/>
        </p:nvGrpSpPr>
        <p:grpSpPr>
          <a:xfrm>
            <a:off x="6089371" y="1695110"/>
            <a:ext cx="461871" cy="429100"/>
            <a:chOff x="7526242" y="1522968"/>
            <a:chExt cx="357651" cy="332275"/>
          </a:xfrm>
        </p:grpSpPr>
        <p:sp>
          <p:nvSpPr>
            <p:cNvPr id="1955" name="Google Shape;1955;p62"/>
            <p:cNvSpPr/>
            <p:nvPr/>
          </p:nvSpPr>
          <p:spPr>
            <a:xfrm>
              <a:off x="7589814" y="1531304"/>
              <a:ext cx="187726" cy="323939"/>
            </a:xfrm>
            <a:custGeom>
              <a:rect b="b" l="l" r="r" t="t"/>
              <a:pathLst>
                <a:path extrusionOk="0" h="12357" w="7161">
                  <a:moveTo>
                    <a:pt x="852" y="0"/>
                  </a:moveTo>
                  <a:cubicBezTo>
                    <a:pt x="376" y="0"/>
                    <a:pt x="1" y="375"/>
                    <a:pt x="1" y="852"/>
                  </a:cubicBezTo>
                  <a:lnTo>
                    <a:pt x="1" y="11505"/>
                  </a:lnTo>
                  <a:cubicBezTo>
                    <a:pt x="1" y="11981"/>
                    <a:pt x="376" y="12357"/>
                    <a:pt x="852" y="12357"/>
                  </a:cubicBezTo>
                  <a:lnTo>
                    <a:pt x="6309" y="12357"/>
                  </a:lnTo>
                  <a:cubicBezTo>
                    <a:pt x="6785" y="12357"/>
                    <a:pt x="7161" y="11981"/>
                    <a:pt x="7161" y="11505"/>
                  </a:cubicBezTo>
                  <a:lnTo>
                    <a:pt x="7161" y="852"/>
                  </a:lnTo>
                  <a:cubicBezTo>
                    <a:pt x="7161" y="375"/>
                    <a:pt x="6785" y="0"/>
                    <a:pt x="6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2"/>
            <p:cNvSpPr/>
            <p:nvPr/>
          </p:nvSpPr>
          <p:spPr>
            <a:xfrm>
              <a:off x="7739292" y="1531304"/>
              <a:ext cx="38248" cy="323939"/>
            </a:xfrm>
            <a:custGeom>
              <a:rect b="b" l="l" r="r" t="t"/>
              <a:pathLst>
                <a:path extrusionOk="0" h="12357" w="1459">
                  <a:moveTo>
                    <a:pt x="1" y="0"/>
                  </a:moveTo>
                  <a:cubicBezTo>
                    <a:pt x="463" y="0"/>
                    <a:pt x="852" y="375"/>
                    <a:pt x="852" y="852"/>
                  </a:cubicBezTo>
                  <a:lnTo>
                    <a:pt x="852" y="11505"/>
                  </a:lnTo>
                  <a:cubicBezTo>
                    <a:pt x="852" y="11981"/>
                    <a:pt x="463" y="12357"/>
                    <a:pt x="1" y="12357"/>
                  </a:cubicBezTo>
                  <a:lnTo>
                    <a:pt x="607" y="12357"/>
                  </a:lnTo>
                  <a:cubicBezTo>
                    <a:pt x="1083" y="12357"/>
                    <a:pt x="1459" y="11981"/>
                    <a:pt x="1459" y="11505"/>
                  </a:cubicBezTo>
                  <a:lnTo>
                    <a:pt x="1459" y="852"/>
                  </a:lnTo>
                  <a:cubicBezTo>
                    <a:pt x="1459" y="375"/>
                    <a:pt x="1083" y="0"/>
                    <a:pt x="607" y="0"/>
                  </a:cubicBezTo>
                  <a:close/>
                </a:path>
              </a:pathLst>
            </a:custGeom>
            <a:solidFill>
              <a:srgbClr val="F4F5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2"/>
            <p:cNvSpPr/>
            <p:nvPr/>
          </p:nvSpPr>
          <p:spPr>
            <a:xfrm>
              <a:off x="7589814" y="1531304"/>
              <a:ext cx="187726" cy="53741"/>
            </a:xfrm>
            <a:custGeom>
              <a:rect b="b" l="l" r="r" t="t"/>
              <a:pathLst>
                <a:path extrusionOk="0" h="2050" w="7161">
                  <a:moveTo>
                    <a:pt x="852" y="0"/>
                  </a:moveTo>
                  <a:cubicBezTo>
                    <a:pt x="376" y="0"/>
                    <a:pt x="1" y="375"/>
                    <a:pt x="1" y="852"/>
                  </a:cubicBezTo>
                  <a:lnTo>
                    <a:pt x="1" y="2050"/>
                  </a:lnTo>
                  <a:lnTo>
                    <a:pt x="7161" y="2050"/>
                  </a:lnTo>
                  <a:lnTo>
                    <a:pt x="7161" y="852"/>
                  </a:lnTo>
                  <a:cubicBezTo>
                    <a:pt x="7161" y="375"/>
                    <a:pt x="6785" y="0"/>
                    <a:pt x="6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2"/>
            <p:cNvSpPr/>
            <p:nvPr/>
          </p:nvSpPr>
          <p:spPr>
            <a:xfrm>
              <a:off x="7739292" y="1531304"/>
              <a:ext cx="38248" cy="53741"/>
            </a:xfrm>
            <a:custGeom>
              <a:rect b="b" l="l" r="r" t="t"/>
              <a:pathLst>
                <a:path extrusionOk="0" h="2050" w="1459">
                  <a:moveTo>
                    <a:pt x="1" y="0"/>
                  </a:moveTo>
                  <a:cubicBezTo>
                    <a:pt x="463" y="0"/>
                    <a:pt x="852" y="375"/>
                    <a:pt x="852" y="852"/>
                  </a:cubicBezTo>
                  <a:lnTo>
                    <a:pt x="852" y="2050"/>
                  </a:lnTo>
                  <a:lnTo>
                    <a:pt x="1459" y="2050"/>
                  </a:lnTo>
                  <a:lnTo>
                    <a:pt x="1459" y="852"/>
                  </a:lnTo>
                  <a:cubicBezTo>
                    <a:pt x="1459" y="375"/>
                    <a:pt x="1083" y="0"/>
                    <a:pt x="607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2"/>
            <p:cNvSpPr/>
            <p:nvPr/>
          </p:nvSpPr>
          <p:spPr>
            <a:xfrm>
              <a:off x="7590207" y="1801476"/>
              <a:ext cx="187726" cy="53767"/>
            </a:xfrm>
            <a:custGeom>
              <a:rect b="b" l="l" r="r" t="t"/>
              <a:pathLst>
                <a:path extrusionOk="0" h="2051" w="7161">
                  <a:moveTo>
                    <a:pt x="0" y="1"/>
                  </a:moveTo>
                  <a:lnTo>
                    <a:pt x="0" y="1199"/>
                  </a:lnTo>
                  <a:cubicBezTo>
                    <a:pt x="0" y="1675"/>
                    <a:pt x="375" y="2051"/>
                    <a:pt x="852" y="2051"/>
                  </a:cubicBezTo>
                  <a:lnTo>
                    <a:pt x="6308" y="2051"/>
                  </a:lnTo>
                  <a:cubicBezTo>
                    <a:pt x="6770" y="2051"/>
                    <a:pt x="7160" y="1675"/>
                    <a:pt x="7160" y="1199"/>
                  </a:cubicBezTo>
                  <a:lnTo>
                    <a:pt x="7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2"/>
            <p:cNvSpPr/>
            <p:nvPr/>
          </p:nvSpPr>
          <p:spPr>
            <a:xfrm>
              <a:off x="7739292" y="1801476"/>
              <a:ext cx="38248" cy="53767"/>
            </a:xfrm>
            <a:custGeom>
              <a:rect b="b" l="l" r="r" t="t"/>
              <a:pathLst>
                <a:path extrusionOk="0" h="2051" w="1459">
                  <a:moveTo>
                    <a:pt x="838" y="1"/>
                  </a:moveTo>
                  <a:lnTo>
                    <a:pt x="852" y="1199"/>
                  </a:lnTo>
                  <a:cubicBezTo>
                    <a:pt x="852" y="1675"/>
                    <a:pt x="463" y="2051"/>
                    <a:pt x="1" y="2051"/>
                  </a:cubicBezTo>
                  <a:lnTo>
                    <a:pt x="607" y="2051"/>
                  </a:lnTo>
                  <a:cubicBezTo>
                    <a:pt x="1040" y="2051"/>
                    <a:pt x="1401" y="1733"/>
                    <a:pt x="1459" y="1300"/>
                  </a:cubicBezTo>
                  <a:cubicBezTo>
                    <a:pt x="1459" y="1271"/>
                    <a:pt x="1459" y="1228"/>
                    <a:pt x="1459" y="1214"/>
                  </a:cubicBezTo>
                  <a:lnTo>
                    <a:pt x="1459" y="1"/>
                  </a:ln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2"/>
            <p:cNvSpPr/>
            <p:nvPr/>
          </p:nvSpPr>
          <p:spPr>
            <a:xfrm>
              <a:off x="7678001" y="1625521"/>
              <a:ext cx="205893" cy="135112"/>
            </a:xfrm>
            <a:custGeom>
              <a:rect b="b" l="l" r="r" t="t"/>
              <a:pathLst>
                <a:path extrusionOk="0" h="5154" w="7854">
                  <a:moveTo>
                    <a:pt x="419" y="1"/>
                  </a:moveTo>
                  <a:cubicBezTo>
                    <a:pt x="188" y="1"/>
                    <a:pt x="0" y="188"/>
                    <a:pt x="0" y="419"/>
                  </a:cubicBezTo>
                  <a:lnTo>
                    <a:pt x="0" y="4735"/>
                  </a:lnTo>
                  <a:cubicBezTo>
                    <a:pt x="0" y="4966"/>
                    <a:pt x="188" y="5154"/>
                    <a:pt x="419" y="5154"/>
                  </a:cubicBezTo>
                  <a:lnTo>
                    <a:pt x="7420" y="5154"/>
                  </a:lnTo>
                  <a:cubicBezTo>
                    <a:pt x="7651" y="5154"/>
                    <a:pt x="7853" y="4966"/>
                    <a:pt x="7853" y="4735"/>
                  </a:cubicBezTo>
                  <a:lnTo>
                    <a:pt x="7853" y="419"/>
                  </a:lnTo>
                  <a:cubicBezTo>
                    <a:pt x="7853" y="188"/>
                    <a:pt x="7651" y="1"/>
                    <a:pt x="7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2"/>
            <p:cNvSpPr/>
            <p:nvPr/>
          </p:nvSpPr>
          <p:spPr>
            <a:xfrm>
              <a:off x="7857364" y="1625521"/>
              <a:ext cx="26530" cy="135112"/>
            </a:xfrm>
            <a:custGeom>
              <a:rect b="b" l="l" r="r" t="t"/>
              <a:pathLst>
                <a:path extrusionOk="0" h="5154" w="1012">
                  <a:moveTo>
                    <a:pt x="1" y="1"/>
                  </a:moveTo>
                  <a:cubicBezTo>
                    <a:pt x="232" y="1"/>
                    <a:pt x="419" y="188"/>
                    <a:pt x="419" y="419"/>
                  </a:cubicBezTo>
                  <a:lnTo>
                    <a:pt x="419" y="4735"/>
                  </a:lnTo>
                  <a:cubicBezTo>
                    <a:pt x="419" y="4966"/>
                    <a:pt x="232" y="5154"/>
                    <a:pt x="1" y="5154"/>
                  </a:cubicBezTo>
                  <a:lnTo>
                    <a:pt x="578" y="5154"/>
                  </a:lnTo>
                  <a:cubicBezTo>
                    <a:pt x="809" y="5154"/>
                    <a:pt x="1011" y="4966"/>
                    <a:pt x="1011" y="4735"/>
                  </a:cubicBezTo>
                  <a:lnTo>
                    <a:pt x="1011" y="419"/>
                  </a:lnTo>
                  <a:cubicBezTo>
                    <a:pt x="1011" y="188"/>
                    <a:pt x="809" y="1"/>
                    <a:pt x="578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2"/>
            <p:cNvSpPr/>
            <p:nvPr/>
          </p:nvSpPr>
          <p:spPr>
            <a:xfrm>
              <a:off x="7782809" y="1648223"/>
              <a:ext cx="55287" cy="47266"/>
            </a:xfrm>
            <a:custGeom>
              <a:rect b="b" l="l" r="r" t="t"/>
              <a:pathLst>
                <a:path extrusionOk="0" h="1803" w="2109">
                  <a:moveTo>
                    <a:pt x="1199" y="1"/>
                  </a:moveTo>
                  <a:cubicBezTo>
                    <a:pt x="405" y="1"/>
                    <a:pt x="1" y="968"/>
                    <a:pt x="564" y="1531"/>
                  </a:cubicBezTo>
                  <a:cubicBezTo>
                    <a:pt x="747" y="1719"/>
                    <a:pt x="974" y="1803"/>
                    <a:pt x="1198" y="1803"/>
                  </a:cubicBezTo>
                  <a:cubicBezTo>
                    <a:pt x="1661" y="1803"/>
                    <a:pt x="2108" y="1441"/>
                    <a:pt x="2108" y="896"/>
                  </a:cubicBezTo>
                  <a:cubicBezTo>
                    <a:pt x="2108" y="390"/>
                    <a:pt x="1704" y="1"/>
                    <a:pt x="1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2"/>
            <p:cNvSpPr/>
            <p:nvPr/>
          </p:nvSpPr>
          <p:spPr>
            <a:xfrm>
              <a:off x="7807425" y="1648223"/>
              <a:ext cx="55261" cy="47266"/>
            </a:xfrm>
            <a:custGeom>
              <a:rect b="b" l="l" r="r" t="t"/>
              <a:pathLst>
                <a:path extrusionOk="0" h="1803" w="2108">
                  <a:moveTo>
                    <a:pt x="1213" y="1"/>
                  </a:moveTo>
                  <a:cubicBezTo>
                    <a:pt x="404" y="1"/>
                    <a:pt x="0" y="968"/>
                    <a:pt x="563" y="1531"/>
                  </a:cubicBezTo>
                  <a:cubicBezTo>
                    <a:pt x="751" y="1719"/>
                    <a:pt x="980" y="1803"/>
                    <a:pt x="1203" y="1803"/>
                  </a:cubicBezTo>
                  <a:cubicBezTo>
                    <a:pt x="1667" y="1803"/>
                    <a:pt x="2108" y="1441"/>
                    <a:pt x="2108" y="896"/>
                  </a:cubicBezTo>
                  <a:cubicBezTo>
                    <a:pt x="2108" y="390"/>
                    <a:pt x="1703" y="1"/>
                    <a:pt x="12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2"/>
            <p:cNvSpPr/>
            <p:nvPr/>
          </p:nvSpPr>
          <p:spPr>
            <a:xfrm>
              <a:off x="7701464" y="1649351"/>
              <a:ext cx="65852" cy="44697"/>
            </a:xfrm>
            <a:custGeom>
              <a:rect b="b" l="l" r="r" t="t"/>
              <a:pathLst>
                <a:path extrusionOk="0" h="1705" w="2512">
                  <a:moveTo>
                    <a:pt x="419" y="1"/>
                  </a:moveTo>
                  <a:cubicBezTo>
                    <a:pt x="188" y="1"/>
                    <a:pt x="0" y="189"/>
                    <a:pt x="0" y="420"/>
                  </a:cubicBezTo>
                  <a:lnTo>
                    <a:pt x="0" y="1286"/>
                  </a:lnTo>
                  <a:cubicBezTo>
                    <a:pt x="0" y="1517"/>
                    <a:pt x="188" y="1704"/>
                    <a:pt x="419" y="1704"/>
                  </a:cubicBezTo>
                  <a:lnTo>
                    <a:pt x="2093" y="1704"/>
                  </a:lnTo>
                  <a:cubicBezTo>
                    <a:pt x="2324" y="1704"/>
                    <a:pt x="2512" y="1517"/>
                    <a:pt x="2512" y="1286"/>
                  </a:cubicBezTo>
                  <a:lnTo>
                    <a:pt x="2512" y="420"/>
                  </a:lnTo>
                  <a:cubicBezTo>
                    <a:pt x="2512" y="189"/>
                    <a:pt x="2324" y="1"/>
                    <a:pt x="20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2"/>
            <p:cNvSpPr/>
            <p:nvPr/>
          </p:nvSpPr>
          <p:spPr>
            <a:xfrm>
              <a:off x="7698056" y="1704245"/>
              <a:ext cx="167278" cy="29544"/>
            </a:xfrm>
            <a:custGeom>
              <a:rect b="b" l="l" r="r" t="t"/>
              <a:pathLst>
                <a:path extrusionOk="0" h="1127" w="6381">
                  <a:moveTo>
                    <a:pt x="419" y="0"/>
                  </a:moveTo>
                  <a:cubicBezTo>
                    <a:pt x="188" y="0"/>
                    <a:pt x="0" y="188"/>
                    <a:pt x="0" y="419"/>
                  </a:cubicBezTo>
                  <a:lnTo>
                    <a:pt x="0" y="707"/>
                  </a:lnTo>
                  <a:cubicBezTo>
                    <a:pt x="0" y="938"/>
                    <a:pt x="188" y="1126"/>
                    <a:pt x="419" y="1126"/>
                  </a:cubicBezTo>
                  <a:lnTo>
                    <a:pt x="5962" y="1126"/>
                  </a:lnTo>
                  <a:cubicBezTo>
                    <a:pt x="6193" y="1126"/>
                    <a:pt x="6381" y="938"/>
                    <a:pt x="6381" y="707"/>
                  </a:cubicBezTo>
                  <a:lnTo>
                    <a:pt x="6381" y="419"/>
                  </a:lnTo>
                  <a:cubicBezTo>
                    <a:pt x="6381" y="188"/>
                    <a:pt x="6193" y="0"/>
                    <a:pt x="59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2"/>
            <p:cNvSpPr/>
            <p:nvPr/>
          </p:nvSpPr>
          <p:spPr>
            <a:xfrm>
              <a:off x="7678001" y="1608298"/>
              <a:ext cx="9857" cy="169742"/>
            </a:xfrm>
            <a:custGeom>
              <a:rect b="b" l="l" r="r" t="t"/>
              <a:pathLst>
                <a:path extrusionOk="0" h="6475" w="376">
                  <a:moveTo>
                    <a:pt x="188" y="1"/>
                  </a:moveTo>
                  <a:cubicBezTo>
                    <a:pt x="94" y="1"/>
                    <a:pt x="0" y="66"/>
                    <a:pt x="0" y="196"/>
                  </a:cubicBezTo>
                  <a:lnTo>
                    <a:pt x="0" y="6287"/>
                  </a:lnTo>
                  <a:cubicBezTo>
                    <a:pt x="0" y="6388"/>
                    <a:pt x="87" y="6475"/>
                    <a:pt x="188" y="6475"/>
                  </a:cubicBezTo>
                  <a:cubicBezTo>
                    <a:pt x="289" y="6475"/>
                    <a:pt x="376" y="6388"/>
                    <a:pt x="376" y="6287"/>
                  </a:cubicBezTo>
                  <a:lnTo>
                    <a:pt x="376" y="196"/>
                  </a:lnTo>
                  <a:cubicBezTo>
                    <a:pt x="376" y="66"/>
                    <a:pt x="282" y="1"/>
                    <a:pt x="1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2"/>
            <p:cNvSpPr/>
            <p:nvPr/>
          </p:nvSpPr>
          <p:spPr>
            <a:xfrm>
              <a:off x="7526242" y="1522968"/>
              <a:ext cx="114691" cy="98201"/>
            </a:xfrm>
            <a:custGeom>
              <a:rect b="b" l="l" r="r" t="t"/>
              <a:pathLst>
                <a:path extrusionOk="0" h="3746" w="4375">
                  <a:moveTo>
                    <a:pt x="2498" y="1"/>
                  </a:moveTo>
                  <a:cubicBezTo>
                    <a:pt x="838" y="1"/>
                    <a:pt x="1" y="2007"/>
                    <a:pt x="1170" y="3191"/>
                  </a:cubicBezTo>
                  <a:cubicBezTo>
                    <a:pt x="1553" y="3574"/>
                    <a:pt x="2023" y="3745"/>
                    <a:pt x="2485" y="3745"/>
                  </a:cubicBezTo>
                  <a:cubicBezTo>
                    <a:pt x="3450" y="3745"/>
                    <a:pt x="4375" y="2996"/>
                    <a:pt x="4375" y="1863"/>
                  </a:cubicBezTo>
                  <a:cubicBezTo>
                    <a:pt x="4375" y="838"/>
                    <a:pt x="3537" y="1"/>
                    <a:pt x="24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2"/>
            <p:cNvSpPr/>
            <p:nvPr/>
          </p:nvSpPr>
          <p:spPr>
            <a:xfrm>
              <a:off x="7584151" y="1522968"/>
              <a:ext cx="58669" cy="97913"/>
            </a:xfrm>
            <a:custGeom>
              <a:rect b="b" l="l" r="r" t="t"/>
              <a:pathLst>
                <a:path extrusionOk="0" h="3735" w="2238">
                  <a:moveTo>
                    <a:pt x="289" y="1"/>
                  </a:moveTo>
                  <a:cubicBezTo>
                    <a:pt x="188" y="1"/>
                    <a:pt x="101" y="1"/>
                    <a:pt x="0" y="15"/>
                  </a:cubicBezTo>
                  <a:cubicBezTo>
                    <a:pt x="910" y="159"/>
                    <a:pt x="1574" y="953"/>
                    <a:pt x="1574" y="1863"/>
                  </a:cubicBezTo>
                  <a:cubicBezTo>
                    <a:pt x="1574" y="2787"/>
                    <a:pt x="910" y="3566"/>
                    <a:pt x="0" y="3710"/>
                  </a:cubicBezTo>
                  <a:cubicBezTo>
                    <a:pt x="102" y="3727"/>
                    <a:pt x="203" y="3735"/>
                    <a:pt x="302" y="3735"/>
                  </a:cubicBezTo>
                  <a:cubicBezTo>
                    <a:pt x="1262" y="3735"/>
                    <a:pt x="2087" y="3002"/>
                    <a:pt x="2166" y="2022"/>
                  </a:cubicBezTo>
                  <a:cubicBezTo>
                    <a:pt x="2238" y="924"/>
                    <a:pt x="1386" y="1"/>
                    <a:pt x="289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2"/>
            <p:cNvSpPr/>
            <p:nvPr/>
          </p:nvSpPr>
          <p:spPr>
            <a:xfrm>
              <a:off x="7570467" y="1556471"/>
              <a:ext cx="43255" cy="30488"/>
            </a:xfrm>
            <a:custGeom>
              <a:rect b="b" l="l" r="r" t="t"/>
              <a:pathLst>
                <a:path extrusionOk="0" h="1163" w="1650">
                  <a:moveTo>
                    <a:pt x="1369" y="0"/>
                  </a:moveTo>
                  <a:cubicBezTo>
                    <a:pt x="1321" y="0"/>
                    <a:pt x="1272" y="19"/>
                    <a:pt x="1230" y="65"/>
                  </a:cubicBezTo>
                  <a:lnTo>
                    <a:pt x="667" y="686"/>
                  </a:lnTo>
                  <a:lnTo>
                    <a:pt x="421" y="368"/>
                  </a:lnTo>
                  <a:cubicBezTo>
                    <a:pt x="376" y="319"/>
                    <a:pt x="323" y="299"/>
                    <a:pt x="272" y="299"/>
                  </a:cubicBezTo>
                  <a:cubicBezTo>
                    <a:pt x="128" y="299"/>
                    <a:pt x="1" y="464"/>
                    <a:pt x="118" y="614"/>
                  </a:cubicBezTo>
                  <a:lnTo>
                    <a:pt x="508" y="1090"/>
                  </a:lnTo>
                  <a:cubicBezTo>
                    <a:pt x="537" y="1133"/>
                    <a:pt x="594" y="1162"/>
                    <a:pt x="652" y="1162"/>
                  </a:cubicBezTo>
                  <a:cubicBezTo>
                    <a:pt x="710" y="1162"/>
                    <a:pt x="753" y="1148"/>
                    <a:pt x="796" y="1104"/>
                  </a:cubicBezTo>
                  <a:lnTo>
                    <a:pt x="1518" y="325"/>
                  </a:lnTo>
                  <a:cubicBezTo>
                    <a:pt x="1649" y="183"/>
                    <a:pt x="1516" y="0"/>
                    <a:pt x="1369" y="0"/>
                  </a:cubicBezTo>
                  <a:close/>
                </a:path>
              </a:pathLst>
            </a:custGeom>
            <a:solidFill>
              <a:srgbClr val="F8F9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1" name="Google Shape;1971;p62"/>
          <p:cNvGrpSpPr/>
          <p:nvPr/>
        </p:nvGrpSpPr>
        <p:grpSpPr>
          <a:xfrm>
            <a:off x="2592763" y="1667737"/>
            <a:ext cx="461862" cy="427428"/>
            <a:chOff x="2215075" y="2432819"/>
            <a:chExt cx="380008" cy="351648"/>
          </a:xfrm>
        </p:grpSpPr>
        <p:sp>
          <p:nvSpPr>
            <p:cNvPr id="1972" name="Google Shape;1972;p62"/>
            <p:cNvSpPr/>
            <p:nvPr/>
          </p:nvSpPr>
          <p:spPr>
            <a:xfrm>
              <a:off x="2339311" y="2615536"/>
              <a:ext cx="124499" cy="104725"/>
            </a:xfrm>
            <a:custGeom>
              <a:rect b="b" l="l" r="r" t="t"/>
              <a:pathLst>
                <a:path extrusionOk="0" h="3988" w="4741">
                  <a:moveTo>
                    <a:pt x="2371" y="0"/>
                  </a:moveTo>
                  <a:cubicBezTo>
                    <a:pt x="2246" y="0"/>
                    <a:pt x="2141" y="96"/>
                    <a:pt x="2141" y="230"/>
                  </a:cubicBezTo>
                  <a:lnTo>
                    <a:pt x="2141" y="2441"/>
                  </a:lnTo>
                  <a:lnTo>
                    <a:pt x="227" y="3551"/>
                  </a:lnTo>
                  <a:cubicBezTo>
                    <a:pt x="1" y="3680"/>
                    <a:pt x="129" y="3987"/>
                    <a:pt x="336" y="3987"/>
                  </a:cubicBezTo>
                  <a:cubicBezTo>
                    <a:pt x="374" y="3987"/>
                    <a:pt x="415" y="3977"/>
                    <a:pt x="457" y="3953"/>
                  </a:cubicBezTo>
                  <a:lnTo>
                    <a:pt x="2371" y="2843"/>
                  </a:lnTo>
                  <a:lnTo>
                    <a:pt x="4285" y="3953"/>
                  </a:lnTo>
                  <a:cubicBezTo>
                    <a:pt x="4326" y="3977"/>
                    <a:pt x="4367" y="3987"/>
                    <a:pt x="4405" y="3987"/>
                  </a:cubicBezTo>
                  <a:cubicBezTo>
                    <a:pt x="4612" y="3987"/>
                    <a:pt x="4741" y="3680"/>
                    <a:pt x="4514" y="3551"/>
                  </a:cubicBezTo>
                  <a:lnTo>
                    <a:pt x="2600" y="2441"/>
                  </a:lnTo>
                  <a:lnTo>
                    <a:pt x="2600" y="230"/>
                  </a:lnTo>
                  <a:cubicBezTo>
                    <a:pt x="2600" y="96"/>
                    <a:pt x="2495" y="0"/>
                    <a:pt x="23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2"/>
            <p:cNvSpPr/>
            <p:nvPr/>
          </p:nvSpPr>
          <p:spPr>
            <a:xfrm>
              <a:off x="2472659" y="2719841"/>
              <a:ext cx="122424" cy="64626"/>
            </a:xfrm>
            <a:custGeom>
              <a:rect b="b" l="l" r="r" t="t"/>
              <a:pathLst>
                <a:path extrusionOk="0" h="2461" w="4662">
                  <a:moveTo>
                    <a:pt x="1772" y="0"/>
                  </a:moveTo>
                  <a:lnTo>
                    <a:pt x="709" y="431"/>
                  </a:lnTo>
                  <a:cubicBezTo>
                    <a:pt x="613" y="469"/>
                    <a:pt x="508" y="526"/>
                    <a:pt x="422" y="593"/>
                  </a:cubicBezTo>
                  <a:lnTo>
                    <a:pt x="403" y="613"/>
                  </a:lnTo>
                  <a:lnTo>
                    <a:pt x="384" y="632"/>
                  </a:lnTo>
                  <a:lnTo>
                    <a:pt x="374" y="641"/>
                  </a:lnTo>
                  <a:lnTo>
                    <a:pt x="346" y="660"/>
                  </a:lnTo>
                  <a:cubicBezTo>
                    <a:pt x="154" y="852"/>
                    <a:pt x="39" y="1101"/>
                    <a:pt x="1" y="1359"/>
                  </a:cubicBezTo>
                  <a:lnTo>
                    <a:pt x="1" y="1407"/>
                  </a:lnTo>
                  <a:lnTo>
                    <a:pt x="1" y="1426"/>
                  </a:lnTo>
                  <a:lnTo>
                    <a:pt x="1" y="1455"/>
                  </a:lnTo>
                  <a:lnTo>
                    <a:pt x="1" y="1483"/>
                  </a:lnTo>
                  <a:lnTo>
                    <a:pt x="1" y="1493"/>
                  </a:lnTo>
                  <a:lnTo>
                    <a:pt x="1" y="1550"/>
                  </a:lnTo>
                  <a:lnTo>
                    <a:pt x="1" y="1713"/>
                  </a:lnTo>
                  <a:lnTo>
                    <a:pt x="1" y="2239"/>
                  </a:lnTo>
                  <a:cubicBezTo>
                    <a:pt x="10" y="2367"/>
                    <a:pt x="115" y="2460"/>
                    <a:pt x="241" y="2460"/>
                  </a:cubicBezTo>
                  <a:cubicBezTo>
                    <a:pt x="247" y="2460"/>
                    <a:pt x="253" y="2460"/>
                    <a:pt x="259" y="2460"/>
                  </a:cubicBezTo>
                  <a:lnTo>
                    <a:pt x="4403" y="2460"/>
                  </a:lnTo>
                  <a:cubicBezTo>
                    <a:pt x="4410" y="2460"/>
                    <a:pt x="4416" y="2460"/>
                    <a:pt x="4422" y="2460"/>
                  </a:cubicBezTo>
                  <a:cubicBezTo>
                    <a:pt x="4548" y="2460"/>
                    <a:pt x="4653" y="2367"/>
                    <a:pt x="4662" y="2239"/>
                  </a:cubicBezTo>
                  <a:lnTo>
                    <a:pt x="4662" y="1723"/>
                  </a:lnTo>
                  <a:lnTo>
                    <a:pt x="4662" y="1550"/>
                  </a:lnTo>
                  <a:lnTo>
                    <a:pt x="4623" y="1550"/>
                  </a:lnTo>
                  <a:lnTo>
                    <a:pt x="4623" y="1493"/>
                  </a:lnTo>
                  <a:lnTo>
                    <a:pt x="4623" y="1483"/>
                  </a:lnTo>
                  <a:lnTo>
                    <a:pt x="4623" y="1455"/>
                  </a:lnTo>
                  <a:lnTo>
                    <a:pt x="4623" y="1426"/>
                  </a:lnTo>
                  <a:lnTo>
                    <a:pt x="4623" y="1407"/>
                  </a:lnTo>
                  <a:lnTo>
                    <a:pt x="4623" y="1359"/>
                  </a:lnTo>
                  <a:cubicBezTo>
                    <a:pt x="4585" y="1101"/>
                    <a:pt x="4470" y="852"/>
                    <a:pt x="4279" y="660"/>
                  </a:cubicBezTo>
                  <a:lnTo>
                    <a:pt x="4250" y="641"/>
                  </a:lnTo>
                  <a:lnTo>
                    <a:pt x="4241" y="632"/>
                  </a:lnTo>
                  <a:lnTo>
                    <a:pt x="4221" y="613"/>
                  </a:lnTo>
                  <a:lnTo>
                    <a:pt x="4193" y="593"/>
                  </a:lnTo>
                  <a:cubicBezTo>
                    <a:pt x="4116" y="526"/>
                    <a:pt x="4011" y="469"/>
                    <a:pt x="3906" y="431"/>
                  </a:cubicBezTo>
                  <a:lnTo>
                    <a:pt x="2853" y="0"/>
                  </a:lnTo>
                  <a:lnTo>
                    <a:pt x="2585" y="278"/>
                  </a:lnTo>
                  <a:lnTo>
                    <a:pt x="2307" y="546"/>
                  </a:lnTo>
                  <a:lnTo>
                    <a:pt x="2039" y="278"/>
                  </a:lnTo>
                  <a:lnTo>
                    <a:pt x="17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2"/>
            <p:cNvSpPr/>
            <p:nvPr/>
          </p:nvSpPr>
          <p:spPr>
            <a:xfrm>
              <a:off x="2471162" y="2720078"/>
              <a:ext cx="50052" cy="64390"/>
            </a:xfrm>
            <a:custGeom>
              <a:rect b="b" l="l" r="r" t="t"/>
              <a:pathLst>
                <a:path extrusionOk="0" h="2452" w="1906">
                  <a:moveTo>
                    <a:pt x="1809" y="1"/>
                  </a:moveTo>
                  <a:lnTo>
                    <a:pt x="757" y="412"/>
                  </a:lnTo>
                  <a:cubicBezTo>
                    <a:pt x="297" y="594"/>
                    <a:pt x="1" y="1044"/>
                    <a:pt x="20" y="1541"/>
                  </a:cubicBezTo>
                  <a:lnTo>
                    <a:pt x="20" y="2230"/>
                  </a:lnTo>
                  <a:cubicBezTo>
                    <a:pt x="29" y="2358"/>
                    <a:pt x="134" y="2451"/>
                    <a:pt x="260" y="2451"/>
                  </a:cubicBezTo>
                  <a:cubicBezTo>
                    <a:pt x="266" y="2451"/>
                    <a:pt x="272" y="2451"/>
                    <a:pt x="278" y="2451"/>
                  </a:cubicBezTo>
                  <a:lnTo>
                    <a:pt x="336" y="2451"/>
                  </a:lnTo>
                  <a:lnTo>
                    <a:pt x="336" y="1541"/>
                  </a:lnTo>
                  <a:cubicBezTo>
                    <a:pt x="316" y="1053"/>
                    <a:pt x="604" y="594"/>
                    <a:pt x="1063" y="412"/>
                  </a:cubicBezTo>
                  <a:lnTo>
                    <a:pt x="1905" y="87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2"/>
            <p:cNvSpPr/>
            <p:nvPr/>
          </p:nvSpPr>
          <p:spPr>
            <a:xfrm>
              <a:off x="2494035" y="2618294"/>
              <a:ext cx="77178" cy="54805"/>
            </a:xfrm>
            <a:custGeom>
              <a:rect b="b" l="l" r="r" t="t"/>
              <a:pathLst>
                <a:path extrusionOk="0" h="2087" w="2939">
                  <a:moveTo>
                    <a:pt x="2594" y="1800"/>
                  </a:moveTo>
                  <a:lnTo>
                    <a:pt x="2584" y="1809"/>
                  </a:lnTo>
                  <a:lnTo>
                    <a:pt x="2556" y="1829"/>
                  </a:lnTo>
                  <a:lnTo>
                    <a:pt x="2594" y="1800"/>
                  </a:lnTo>
                  <a:close/>
                  <a:moveTo>
                    <a:pt x="1417" y="1"/>
                  </a:moveTo>
                  <a:cubicBezTo>
                    <a:pt x="63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0" y="2087"/>
                    <a:pt x="316" y="2049"/>
                    <a:pt x="355" y="1896"/>
                  </a:cubicBezTo>
                  <a:cubicBezTo>
                    <a:pt x="374" y="1876"/>
                    <a:pt x="383" y="1867"/>
                    <a:pt x="393" y="1848"/>
                  </a:cubicBezTo>
                  <a:cubicBezTo>
                    <a:pt x="575" y="1848"/>
                    <a:pt x="1426" y="1829"/>
                    <a:pt x="1915" y="1245"/>
                  </a:cubicBezTo>
                  <a:cubicBezTo>
                    <a:pt x="2020" y="1532"/>
                    <a:pt x="2249" y="1762"/>
                    <a:pt x="2546" y="1848"/>
                  </a:cubicBezTo>
                  <a:cubicBezTo>
                    <a:pt x="2556" y="1867"/>
                    <a:pt x="2565" y="1886"/>
                    <a:pt x="2584" y="1896"/>
                  </a:cubicBezTo>
                  <a:cubicBezTo>
                    <a:pt x="2623" y="2058"/>
                    <a:pt x="2939" y="2087"/>
                    <a:pt x="2939" y="2087"/>
                  </a:cubicBezTo>
                  <a:lnTo>
                    <a:pt x="2939" y="1417"/>
                  </a:lnTo>
                  <a:cubicBezTo>
                    <a:pt x="2939" y="642"/>
                    <a:pt x="2316" y="10"/>
                    <a:pt x="15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2"/>
            <p:cNvSpPr/>
            <p:nvPr/>
          </p:nvSpPr>
          <p:spPr>
            <a:xfrm>
              <a:off x="2494035" y="2618294"/>
              <a:ext cx="41990" cy="54805"/>
            </a:xfrm>
            <a:custGeom>
              <a:rect b="b" l="l" r="r" t="t"/>
              <a:pathLst>
                <a:path extrusionOk="0" h="2087" w="1599">
                  <a:moveTo>
                    <a:pt x="1417" y="1"/>
                  </a:moveTo>
                  <a:cubicBezTo>
                    <a:pt x="64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87" y="2077"/>
                    <a:pt x="173" y="2049"/>
                    <a:pt x="249" y="2010"/>
                  </a:cubicBezTo>
                  <a:lnTo>
                    <a:pt x="249" y="1781"/>
                  </a:lnTo>
                  <a:lnTo>
                    <a:pt x="249" y="1417"/>
                  </a:lnTo>
                  <a:cubicBezTo>
                    <a:pt x="249" y="661"/>
                    <a:pt x="843" y="39"/>
                    <a:pt x="1599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2"/>
            <p:cNvSpPr/>
            <p:nvPr/>
          </p:nvSpPr>
          <p:spPr>
            <a:xfrm>
              <a:off x="2560893" y="2667547"/>
              <a:ext cx="16859" cy="22794"/>
            </a:xfrm>
            <a:custGeom>
              <a:rect b="b" l="l" r="r" t="t"/>
              <a:pathLst>
                <a:path extrusionOk="0" h="868" w="642">
                  <a:moveTo>
                    <a:pt x="174" y="0"/>
                  </a:moveTo>
                  <a:cubicBezTo>
                    <a:pt x="81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96"/>
                    <a:pt x="85" y="867"/>
                    <a:pt x="181" y="867"/>
                  </a:cubicBezTo>
                  <a:cubicBezTo>
                    <a:pt x="197" y="867"/>
                    <a:pt x="214" y="865"/>
                    <a:pt x="230" y="861"/>
                  </a:cubicBezTo>
                  <a:cubicBezTo>
                    <a:pt x="268" y="852"/>
                    <a:pt x="297" y="832"/>
                    <a:pt x="335" y="813"/>
                  </a:cubicBezTo>
                  <a:cubicBezTo>
                    <a:pt x="364" y="785"/>
                    <a:pt x="393" y="756"/>
                    <a:pt x="431" y="727"/>
                  </a:cubicBezTo>
                  <a:cubicBezTo>
                    <a:pt x="641" y="488"/>
                    <a:pt x="536" y="105"/>
                    <a:pt x="230" y="9"/>
                  </a:cubicBezTo>
                  <a:cubicBezTo>
                    <a:pt x="211" y="3"/>
                    <a:pt x="192" y="0"/>
                    <a:pt x="174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2"/>
            <p:cNvSpPr/>
            <p:nvPr/>
          </p:nvSpPr>
          <p:spPr>
            <a:xfrm>
              <a:off x="2487758" y="2667295"/>
              <a:ext cx="17095" cy="22899"/>
            </a:xfrm>
            <a:custGeom>
              <a:rect b="b" l="l" r="r" t="t"/>
              <a:pathLst>
                <a:path extrusionOk="0" h="872" w="651">
                  <a:moveTo>
                    <a:pt x="469" y="1"/>
                  </a:moveTo>
                  <a:cubicBezTo>
                    <a:pt x="450" y="1"/>
                    <a:pt x="431" y="4"/>
                    <a:pt x="412" y="10"/>
                  </a:cubicBezTo>
                  <a:cubicBezTo>
                    <a:pt x="0" y="144"/>
                    <a:pt x="0" y="728"/>
                    <a:pt x="412" y="862"/>
                  </a:cubicBezTo>
                  <a:cubicBezTo>
                    <a:pt x="432" y="868"/>
                    <a:pt x="452" y="871"/>
                    <a:pt x="471" y="871"/>
                  </a:cubicBezTo>
                  <a:cubicBezTo>
                    <a:pt x="571" y="871"/>
                    <a:pt x="651" y="794"/>
                    <a:pt x="651" y="690"/>
                  </a:cubicBezTo>
                  <a:lnTo>
                    <a:pt x="651" y="183"/>
                  </a:lnTo>
                  <a:cubicBezTo>
                    <a:pt x="651" y="125"/>
                    <a:pt x="622" y="68"/>
                    <a:pt x="574" y="39"/>
                  </a:cubicBezTo>
                  <a:cubicBezTo>
                    <a:pt x="543" y="14"/>
                    <a:pt x="506" y="1"/>
                    <a:pt x="469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2"/>
            <p:cNvSpPr/>
            <p:nvPr/>
          </p:nvSpPr>
          <p:spPr>
            <a:xfrm>
              <a:off x="2518666" y="2707410"/>
              <a:ext cx="28413" cy="32536"/>
            </a:xfrm>
            <a:custGeom>
              <a:rect b="b" l="l" r="r" t="t"/>
              <a:pathLst>
                <a:path extrusionOk="0" h="1239" w="1082">
                  <a:moveTo>
                    <a:pt x="188" y="1"/>
                  </a:moveTo>
                  <a:cubicBezTo>
                    <a:pt x="87" y="1"/>
                    <a:pt x="0" y="80"/>
                    <a:pt x="0" y="176"/>
                  </a:cubicBezTo>
                  <a:lnTo>
                    <a:pt x="0" y="702"/>
                  </a:lnTo>
                  <a:cubicBezTo>
                    <a:pt x="0" y="750"/>
                    <a:pt x="20" y="798"/>
                    <a:pt x="58" y="836"/>
                  </a:cubicBezTo>
                  <a:lnTo>
                    <a:pt x="412" y="1190"/>
                  </a:lnTo>
                  <a:cubicBezTo>
                    <a:pt x="441" y="1219"/>
                    <a:pt x="488" y="1238"/>
                    <a:pt x="536" y="1238"/>
                  </a:cubicBezTo>
                  <a:cubicBezTo>
                    <a:pt x="575" y="1238"/>
                    <a:pt x="622" y="1219"/>
                    <a:pt x="661" y="1181"/>
                  </a:cubicBezTo>
                  <a:lnTo>
                    <a:pt x="1024" y="798"/>
                  </a:lnTo>
                  <a:cubicBezTo>
                    <a:pt x="1063" y="769"/>
                    <a:pt x="1072" y="721"/>
                    <a:pt x="1082" y="683"/>
                  </a:cubicBezTo>
                  <a:lnTo>
                    <a:pt x="1082" y="185"/>
                  </a:lnTo>
                  <a:cubicBezTo>
                    <a:pt x="1082" y="137"/>
                    <a:pt x="1063" y="90"/>
                    <a:pt x="1024" y="61"/>
                  </a:cubicBezTo>
                  <a:cubicBezTo>
                    <a:pt x="996" y="23"/>
                    <a:pt x="948" y="4"/>
                    <a:pt x="900" y="4"/>
                  </a:cubicBezTo>
                  <a:lnTo>
                    <a:pt x="862" y="4"/>
                  </a:lnTo>
                  <a:cubicBezTo>
                    <a:pt x="785" y="23"/>
                    <a:pt x="718" y="32"/>
                    <a:pt x="651" y="32"/>
                  </a:cubicBezTo>
                  <a:lnTo>
                    <a:pt x="431" y="32"/>
                  </a:lnTo>
                  <a:cubicBezTo>
                    <a:pt x="364" y="32"/>
                    <a:pt x="287" y="23"/>
                    <a:pt x="220" y="4"/>
                  </a:cubicBezTo>
                  <a:cubicBezTo>
                    <a:pt x="210" y="2"/>
                    <a:pt x="199" y="1"/>
                    <a:pt x="188" y="1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2"/>
            <p:cNvSpPr/>
            <p:nvPr/>
          </p:nvSpPr>
          <p:spPr>
            <a:xfrm>
              <a:off x="2518404" y="2707446"/>
              <a:ext cx="17384" cy="32510"/>
            </a:xfrm>
            <a:custGeom>
              <a:rect b="b" l="l" r="r" t="t"/>
              <a:pathLst>
                <a:path extrusionOk="0" h="1238" w="662">
                  <a:moveTo>
                    <a:pt x="182" y="0"/>
                  </a:moveTo>
                  <a:cubicBezTo>
                    <a:pt x="89" y="0"/>
                    <a:pt x="10" y="80"/>
                    <a:pt x="10" y="175"/>
                  </a:cubicBezTo>
                  <a:lnTo>
                    <a:pt x="10" y="702"/>
                  </a:lnTo>
                  <a:cubicBezTo>
                    <a:pt x="1" y="750"/>
                    <a:pt x="20" y="797"/>
                    <a:pt x="58" y="836"/>
                  </a:cubicBezTo>
                  <a:lnTo>
                    <a:pt x="422" y="1180"/>
                  </a:lnTo>
                  <a:cubicBezTo>
                    <a:pt x="451" y="1218"/>
                    <a:pt x="498" y="1238"/>
                    <a:pt x="537" y="1238"/>
                  </a:cubicBezTo>
                  <a:cubicBezTo>
                    <a:pt x="585" y="1238"/>
                    <a:pt x="632" y="1209"/>
                    <a:pt x="661" y="1180"/>
                  </a:cubicBezTo>
                  <a:cubicBezTo>
                    <a:pt x="632" y="1171"/>
                    <a:pt x="604" y="1152"/>
                    <a:pt x="585" y="1132"/>
                  </a:cubicBezTo>
                  <a:lnTo>
                    <a:pt x="221" y="778"/>
                  </a:lnTo>
                  <a:cubicBezTo>
                    <a:pt x="183" y="740"/>
                    <a:pt x="163" y="692"/>
                    <a:pt x="163" y="644"/>
                  </a:cubicBezTo>
                  <a:lnTo>
                    <a:pt x="163" y="118"/>
                  </a:lnTo>
                  <a:cubicBezTo>
                    <a:pt x="173" y="80"/>
                    <a:pt x="183" y="32"/>
                    <a:pt x="211" y="3"/>
                  </a:cubicBezTo>
                  <a:cubicBezTo>
                    <a:pt x="201" y="1"/>
                    <a:pt x="192" y="0"/>
                    <a:pt x="182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2"/>
            <p:cNvSpPr/>
            <p:nvPr/>
          </p:nvSpPr>
          <p:spPr>
            <a:xfrm>
              <a:off x="2502333" y="2650583"/>
              <a:ext cx="60844" cy="65230"/>
            </a:xfrm>
            <a:custGeom>
              <a:rect b="b" l="l" r="r" t="t"/>
              <a:pathLst>
                <a:path extrusionOk="0" h="2484" w="2317">
                  <a:moveTo>
                    <a:pt x="1594" y="0"/>
                  </a:moveTo>
                  <a:cubicBezTo>
                    <a:pt x="1582" y="0"/>
                    <a:pt x="1570" y="5"/>
                    <a:pt x="1560" y="14"/>
                  </a:cubicBezTo>
                  <a:cubicBezTo>
                    <a:pt x="1311" y="206"/>
                    <a:pt x="1024" y="340"/>
                    <a:pt x="728" y="426"/>
                  </a:cubicBezTo>
                  <a:cubicBezTo>
                    <a:pt x="632" y="454"/>
                    <a:pt x="536" y="474"/>
                    <a:pt x="441" y="493"/>
                  </a:cubicBezTo>
                  <a:cubicBezTo>
                    <a:pt x="354" y="512"/>
                    <a:pt x="259" y="521"/>
                    <a:pt x="163" y="531"/>
                  </a:cubicBezTo>
                  <a:cubicBezTo>
                    <a:pt x="77" y="531"/>
                    <a:pt x="0" y="617"/>
                    <a:pt x="0" y="703"/>
                  </a:cubicBezTo>
                  <a:lnTo>
                    <a:pt x="0" y="1431"/>
                  </a:lnTo>
                  <a:cubicBezTo>
                    <a:pt x="0" y="2014"/>
                    <a:pt x="469" y="2483"/>
                    <a:pt x="1053" y="2483"/>
                  </a:cubicBezTo>
                  <a:lnTo>
                    <a:pt x="1264" y="2483"/>
                  </a:lnTo>
                  <a:cubicBezTo>
                    <a:pt x="1847" y="2483"/>
                    <a:pt x="2316" y="2014"/>
                    <a:pt x="2316" y="1431"/>
                  </a:cubicBezTo>
                  <a:lnTo>
                    <a:pt x="2316" y="675"/>
                  </a:lnTo>
                  <a:cubicBezTo>
                    <a:pt x="2316" y="608"/>
                    <a:pt x="2278" y="541"/>
                    <a:pt x="2201" y="512"/>
                  </a:cubicBezTo>
                  <a:cubicBezTo>
                    <a:pt x="2182" y="502"/>
                    <a:pt x="2163" y="493"/>
                    <a:pt x="2144" y="483"/>
                  </a:cubicBezTo>
                  <a:cubicBezTo>
                    <a:pt x="1933" y="407"/>
                    <a:pt x="1771" y="253"/>
                    <a:pt x="1666" y="52"/>
                  </a:cubicBezTo>
                  <a:lnTo>
                    <a:pt x="1656" y="43"/>
                  </a:lnTo>
                  <a:cubicBezTo>
                    <a:pt x="1643" y="17"/>
                    <a:pt x="1618" y="0"/>
                    <a:pt x="1594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2"/>
            <p:cNvSpPr/>
            <p:nvPr/>
          </p:nvSpPr>
          <p:spPr>
            <a:xfrm>
              <a:off x="2502569" y="2650331"/>
              <a:ext cx="44012" cy="65256"/>
            </a:xfrm>
            <a:custGeom>
              <a:rect b="b" l="l" r="r" t="t"/>
              <a:pathLst>
                <a:path extrusionOk="0" h="2485" w="1676">
                  <a:moveTo>
                    <a:pt x="1596" y="1"/>
                  </a:moveTo>
                  <a:cubicBezTo>
                    <a:pt x="1583" y="1"/>
                    <a:pt x="1571" y="5"/>
                    <a:pt x="1561" y="15"/>
                  </a:cubicBezTo>
                  <a:cubicBezTo>
                    <a:pt x="1312" y="207"/>
                    <a:pt x="1025" y="341"/>
                    <a:pt x="719" y="427"/>
                  </a:cubicBezTo>
                  <a:cubicBezTo>
                    <a:pt x="633" y="455"/>
                    <a:pt x="537" y="475"/>
                    <a:pt x="441" y="494"/>
                  </a:cubicBezTo>
                  <a:cubicBezTo>
                    <a:pt x="345" y="513"/>
                    <a:pt x="259" y="522"/>
                    <a:pt x="164" y="532"/>
                  </a:cubicBezTo>
                  <a:cubicBezTo>
                    <a:pt x="68" y="532"/>
                    <a:pt x="1" y="609"/>
                    <a:pt x="1" y="704"/>
                  </a:cubicBezTo>
                  <a:lnTo>
                    <a:pt x="1" y="1432"/>
                  </a:lnTo>
                  <a:cubicBezTo>
                    <a:pt x="1" y="2015"/>
                    <a:pt x="470" y="2484"/>
                    <a:pt x="1044" y="2484"/>
                  </a:cubicBezTo>
                  <a:lnTo>
                    <a:pt x="1264" y="2484"/>
                  </a:lnTo>
                  <a:cubicBezTo>
                    <a:pt x="680" y="2484"/>
                    <a:pt x="211" y="2015"/>
                    <a:pt x="211" y="1432"/>
                  </a:cubicBezTo>
                  <a:lnTo>
                    <a:pt x="211" y="704"/>
                  </a:lnTo>
                  <a:cubicBezTo>
                    <a:pt x="211" y="618"/>
                    <a:pt x="278" y="532"/>
                    <a:pt x="374" y="532"/>
                  </a:cubicBezTo>
                  <a:cubicBezTo>
                    <a:pt x="470" y="522"/>
                    <a:pt x="566" y="513"/>
                    <a:pt x="652" y="494"/>
                  </a:cubicBezTo>
                  <a:cubicBezTo>
                    <a:pt x="747" y="475"/>
                    <a:pt x="843" y="455"/>
                    <a:pt x="939" y="427"/>
                  </a:cubicBezTo>
                  <a:cubicBezTo>
                    <a:pt x="1197" y="350"/>
                    <a:pt x="1446" y="235"/>
                    <a:pt x="1676" y="82"/>
                  </a:cubicBezTo>
                  <a:lnTo>
                    <a:pt x="1666" y="53"/>
                  </a:lnTo>
                  <a:lnTo>
                    <a:pt x="1657" y="34"/>
                  </a:lnTo>
                  <a:cubicBezTo>
                    <a:pt x="1644" y="16"/>
                    <a:pt x="1619" y="1"/>
                    <a:pt x="1596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2"/>
            <p:cNvSpPr/>
            <p:nvPr/>
          </p:nvSpPr>
          <p:spPr>
            <a:xfrm>
              <a:off x="2345009" y="2534367"/>
              <a:ext cx="122162" cy="64363"/>
            </a:xfrm>
            <a:custGeom>
              <a:rect b="b" l="l" r="r" t="t"/>
              <a:pathLst>
                <a:path extrusionOk="0" h="2451" w="4652">
                  <a:moveTo>
                    <a:pt x="1771" y="0"/>
                  </a:moveTo>
                  <a:lnTo>
                    <a:pt x="708" y="421"/>
                  </a:lnTo>
                  <a:cubicBezTo>
                    <a:pt x="603" y="460"/>
                    <a:pt x="508" y="517"/>
                    <a:pt x="421" y="594"/>
                  </a:cubicBezTo>
                  <a:lnTo>
                    <a:pt x="402" y="613"/>
                  </a:lnTo>
                  <a:lnTo>
                    <a:pt x="383" y="622"/>
                  </a:lnTo>
                  <a:lnTo>
                    <a:pt x="374" y="632"/>
                  </a:lnTo>
                  <a:lnTo>
                    <a:pt x="345" y="661"/>
                  </a:lnTo>
                  <a:cubicBezTo>
                    <a:pt x="153" y="842"/>
                    <a:pt x="29" y="1091"/>
                    <a:pt x="0" y="1359"/>
                  </a:cubicBezTo>
                  <a:lnTo>
                    <a:pt x="0" y="1407"/>
                  </a:lnTo>
                  <a:lnTo>
                    <a:pt x="0" y="1417"/>
                  </a:lnTo>
                  <a:lnTo>
                    <a:pt x="0" y="1455"/>
                  </a:lnTo>
                  <a:lnTo>
                    <a:pt x="0" y="1484"/>
                  </a:lnTo>
                  <a:lnTo>
                    <a:pt x="0" y="1541"/>
                  </a:lnTo>
                  <a:lnTo>
                    <a:pt x="0" y="1713"/>
                  </a:lnTo>
                  <a:lnTo>
                    <a:pt x="0" y="2230"/>
                  </a:lnTo>
                  <a:cubicBezTo>
                    <a:pt x="0" y="2358"/>
                    <a:pt x="113" y="2451"/>
                    <a:pt x="240" y="2451"/>
                  </a:cubicBezTo>
                  <a:cubicBezTo>
                    <a:pt x="246" y="2451"/>
                    <a:pt x="253" y="2451"/>
                    <a:pt x="259" y="2450"/>
                  </a:cubicBezTo>
                  <a:lnTo>
                    <a:pt x="4403" y="2450"/>
                  </a:lnTo>
                  <a:cubicBezTo>
                    <a:pt x="4408" y="2451"/>
                    <a:pt x="4414" y="2451"/>
                    <a:pt x="4420" y="2451"/>
                  </a:cubicBezTo>
                  <a:cubicBezTo>
                    <a:pt x="4538" y="2451"/>
                    <a:pt x="4651" y="2358"/>
                    <a:pt x="4651" y="2230"/>
                  </a:cubicBezTo>
                  <a:lnTo>
                    <a:pt x="4651" y="1713"/>
                  </a:lnTo>
                  <a:lnTo>
                    <a:pt x="4651" y="1541"/>
                  </a:lnTo>
                  <a:lnTo>
                    <a:pt x="4613" y="1541"/>
                  </a:lnTo>
                  <a:lnTo>
                    <a:pt x="4613" y="1493"/>
                  </a:lnTo>
                  <a:lnTo>
                    <a:pt x="4613" y="1484"/>
                  </a:lnTo>
                  <a:lnTo>
                    <a:pt x="4613" y="1455"/>
                  </a:lnTo>
                  <a:lnTo>
                    <a:pt x="4613" y="1417"/>
                  </a:lnTo>
                  <a:lnTo>
                    <a:pt x="4613" y="1407"/>
                  </a:lnTo>
                  <a:lnTo>
                    <a:pt x="4613" y="1359"/>
                  </a:lnTo>
                  <a:cubicBezTo>
                    <a:pt x="4584" y="1091"/>
                    <a:pt x="4460" y="842"/>
                    <a:pt x="4269" y="661"/>
                  </a:cubicBezTo>
                  <a:lnTo>
                    <a:pt x="4249" y="632"/>
                  </a:lnTo>
                  <a:lnTo>
                    <a:pt x="4230" y="622"/>
                  </a:lnTo>
                  <a:lnTo>
                    <a:pt x="4221" y="613"/>
                  </a:lnTo>
                  <a:lnTo>
                    <a:pt x="4192" y="594"/>
                  </a:lnTo>
                  <a:cubicBezTo>
                    <a:pt x="4106" y="517"/>
                    <a:pt x="4010" y="460"/>
                    <a:pt x="3905" y="421"/>
                  </a:cubicBezTo>
                  <a:lnTo>
                    <a:pt x="2843" y="0"/>
                  </a:lnTo>
                  <a:lnTo>
                    <a:pt x="2584" y="278"/>
                  </a:lnTo>
                  <a:lnTo>
                    <a:pt x="2307" y="536"/>
                  </a:lnTo>
                  <a:lnTo>
                    <a:pt x="2039" y="278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2"/>
            <p:cNvSpPr/>
            <p:nvPr/>
          </p:nvSpPr>
          <p:spPr>
            <a:xfrm>
              <a:off x="2343486" y="2534367"/>
              <a:ext cx="49789" cy="64416"/>
            </a:xfrm>
            <a:custGeom>
              <a:rect b="b" l="l" r="r" t="t"/>
              <a:pathLst>
                <a:path extrusionOk="0" h="2453" w="1896">
                  <a:moveTo>
                    <a:pt x="1810" y="0"/>
                  </a:moveTo>
                  <a:lnTo>
                    <a:pt x="747" y="412"/>
                  </a:lnTo>
                  <a:cubicBezTo>
                    <a:pt x="298" y="603"/>
                    <a:pt x="1" y="1053"/>
                    <a:pt x="20" y="1541"/>
                  </a:cubicBezTo>
                  <a:lnTo>
                    <a:pt x="20" y="2230"/>
                  </a:lnTo>
                  <a:cubicBezTo>
                    <a:pt x="29" y="2353"/>
                    <a:pt x="127" y="2452"/>
                    <a:pt x="247" y="2452"/>
                  </a:cubicBezTo>
                  <a:cubicBezTo>
                    <a:pt x="257" y="2452"/>
                    <a:pt x="268" y="2452"/>
                    <a:pt x="278" y="2450"/>
                  </a:cubicBezTo>
                  <a:lnTo>
                    <a:pt x="336" y="2450"/>
                  </a:lnTo>
                  <a:lnTo>
                    <a:pt x="336" y="1541"/>
                  </a:lnTo>
                  <a:cubicBezTo>
                    <a:pt x="317" y="1053"/>
                    <a:pt x="604" y="603"/>
                    <a:pt x="1063" y="412"/>
                  </a:cubicBezTo>
                  <a:lnTo>
                    <a:pt x="1896" y="86"/>
                  </a:lnTo>
                  <a:lnTo>
                    <a:pt x="1810" y="0"/>
                  </a:ln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2"/>
            <p:cNvSpPr/>
            <p:nvPr/>
          </p:nvSpPr>
          <p:spPr>
            <a:xfrm>
              <a:off x="2366122" y="2432819"/>
              <a:ext cx="77414" cy="54831"/>
            </a:xfrm>
            <a:custGeom>
              <a:rect b="b" l="l" r="r" t="t"/>
              <a:pathLst>
                <a:path extrusionOk="0" h="2088" w="2948">
                  <a:moveTo>
                    <a:pt x="2603" y="1800"/>
                  </a:moveTo>
                  <a:lnTo>
                    <a:pt x="2594" y="1810"/>
                  </a:lnTo>
                  <a:lnTo>
                    <a:pt x="2594" y="1810"/>
                  </a:lnTo>
                  <a:lnTo>
                    <a:pt x="2594" y="1810"/>
                  </a:lnTo>
                  <a:lnTo>
                    <a:pt x="2565" y="1829"/>
                  </a:lnTo>
                  <a:lnTo>
                    <a:pt x="2565" y="1819"/>
                  </a:lnTo>
                  <a:lnTo>
                    <a:pt x="2603" y="1800"/>
                  </a:lnTo>
                  <a:close/>
                  <a:moveTo>
                    <a:pt x="1417" y="1"/>
                  </a:moveTo>
                  <a:cubicBezTo>
                    <a:pt x="641" y="1"/>
                    <a:pt x="10" y="632"/>
                    <a:pt x="0" y="1417"/>
                  </a:cubicBezTo>
                  <a:lnTo>
                    <a:pt x="0" y="2078"/>
                  </a:lnTo>
                  <a:cubicBezTo>
                    <a:pt x="0" y="2078"/>
                    <a:pt x="326" y="2049"/>
                    <a:pt x="364" y="1896"/>
                  </a:cubicBezTo>
                  <a:cubicBezTo>
                    <a:pt x="373" y="1877"/>
                    <a:pt x="393" y="1857"/>
                    <a:pt x="393" y="1838"/>
                  </a:cubicBezTo>
                  <a:cubicBezTo>
                    <a:pt x="574" y="1838"/>
                    <a:pt x="1436" y="1829"/>
                    <a:pt x="1924" y="1245"/>
                  </a:cubicBezTo>
                  <a:cubicBezTo>
                    <a:pt x="2029" y="1532"/>
                    <a:pt x="2259" y="1752"/>
                    <a:pt x="2555" y="1838"/>
                  </a:cubicBezTo>
                  <a:cubicBezTo>
                    <a:pt x="2565" y="1857"/>
                    <a:pt x="2575" y="1877"/>
                    <a:pt x="2584" y="1896"/>
                  </a:cubicBezTo>
                  <a:cubicBezTo>
                    <a:pt x="2632" y="2049"/>
                    <a:pt x="2948" y="2087"/>
                    <a:pt x="2948" y="2087"/>
                  </a:cubicBezTo>
                  <a:lnTo>
                    <a:pt x="2948" y="1417"/>
                  </a:lnTo>
                  <a:cubicBezTo>
                    <a:pt x="2948" y="642"/>
                    <a:pt x="2316" y="1"/>
                    <a:pt x="15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2"/>
            <p:cNvSpPr/>
            <p:nvPr/>
          </p:nvSpPr>
          <p:spPr>
            <a:xfrm>
              <a:off x="2366358" y="2433082"/>
              <a:ext cx="41990" cy="54568"/>
            </a:xfrm>
            <a:custGeom>
              <a:rect b="b" l="l" r="r" t="t"/>
              <a:pathLst>
                <a:path extrusionOk="0" h="2078" w="1599">
                  <a:moveTo>
                    <a:pt x="1417" y="0"/>
                  </a:moveTo>
                  <a:cubicBezTo>
                    <a:pt x="632" y="0"/>
                    <a:pt x="1" y="632"/>
                    <a:pt x="1" y="1407"/>
                  </a:cubicBezTo>
                  <a:lnTo>
                    <a:pt x="1" y="2077"/>
                  </a:lnTo>
                  <a:cubicBezTo>
                    <a:pt x="87" y="2068"/>
                    <a:pt x="173" y="2048"/>
                    <a:pt x="250" y="2010"/>
                  </a:cubicBezTo>
                  <a:lnTo>
                    <a:pt x="250" y="1780"/>
                  </a:lnTo>
                  <a:lnTo>
                    <a:pt x="250" y="1771"/>
                  </a:lnTo>
                  <a:lnTo>
                    <a:pt x="250" y="1407"/>
                  </a:lnTo>
                  <a:cubicBezTo>
                    <a:pt x="250" y="651"/>
                    <a:pt x="843" y="29"/>
                    <a:pt x="1599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2"/>
            <p:cNvSpPr/>
            <p:nvPr/>
          </p:nvSpPr>
          <p:spPr>
            <a:xfrm>
              <a:off x="2433216" y="2481847"/>
              <a:ext cx="16859" cy="22610"/>
            </a:xfrm>
            <a:custGeom>
              <a:rect b="b" l="l" r="r" t="t"/>
              <a:pathLst>
                <a:path extrusionOk="0" h="861" w="642">
                  <a:moveTo>
                    <a:pt x="174" y="0"/>
                  </a:moveTo>
                  <a:cubicBezTo>
                    <a:pt x="81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85"/>
                    <a:pt x="81" y="861"/>
                    <a:pt x="174" y="861"/>
                  </a:cubicBezTo>
                  <a:cubicBezTo>
                    <a:pt x="192" y="861"/>
                    <a:pt x="211" y="858"/>
                    <a:pt x="230" y="852"/>
                  </a:cubicBezTo>
                  <a:cubicBezTo>
                    <a:pt x="268" y="842"/>
                    <a:pt x="297" y="833"/>
                    <a:pt x="326" y="813"/>
                  </a:cubicBezTo>
                  <a:cubicBezTo>
                    <a:pt x="364" y="775"/>
                    <a:pt x="393" y="746"/>
                    <a:pt x="431" y="727"/>
                  </a:cubicBezTo>
                  <a:cubicBezTo>
                    <a:pt x="642" y="488"/>
                    <a:pt x="536" y="105"/>
                    <a:pt x="230" y="10"/>
                  </a:cubicBezTo>
                  <a:cubicBezTo>
                    <a:pt x="211" y="3"/>
                    <a:pt x="193" y="0"/>
                    <a:pt x="174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2"/>
            <p:cNvSpPr/>
            <p:nvPr/>
          </p:nvSpPr>
          <p:spPr>
            <a:xfrm>
              <a:off x="2360082" y="2481821"/>
              <a:ext cx="16859" cy="22636"/>
            </a:xfrm>
            <a:custGeom>
              <a:rect b="b" l="l" r="r" t="t"/>
              <a:pathLst>
                <a:path extrusionOk="0" h="862" w="642">
                  <a:moveTo>
                    <a:pt x="473" y="1"/>
                  </a:moveTo>
                  <a:cubicBezTo>
                    <a:pt x="453" y="1"/>
                    <a:pt x="432" y="4"/>
                    <a:pt x="412" y="11"/>
                  </a:cubicBezTo>
                  <a:cubicBezTo>
                    <a:pt x="1" y="135"/>
                    <a:pt x="1" y="728"/>
                    <a:pt x="412" y="853"/>
                  </a:cubicBezTo>
                  <a:cubicBezTo>
                    <a:pt x="431" y="859"/>
                    <a:pt x="450" y="862"/>
                    <a:pt x="468" y="862"/>
                  </a:cubicBezTo>
                  <a:cubicBezTo>
                    <a:pt x="561" y="862"/>
                    <a:pt x="642" y="786"/>
                    <a:pt x="642" y="690"/>
                  </a:cubicBezTo>
                  <a:lnTo>
                    <a:pt x="642" y="173"/>
                  </a:lnTo>
                  <a:cubicBezTo>
                    <a:pt x="642" y="116"/>
                    <a:pt x="613" y="68"/>
                    <a:pt x="575" y="30"/>
                  </a:cubicBezTo>
                  <a:cubicBezTo>
                    <a:pt x="544" y="11"/>
                    <a:pt x="509" y="1"/>
                    <a:pt x="473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2"/>
            <p:cNvSpPr/>
            <p:nvPr/>
          </p:nvSpPr>
          <p:spPr>
            <a:xfrm>
              <a:off x="2390754" y="2521657"/>
              <a:ext cx="28413" cy="32326"/>
            </a:xfrm>
            <a:custGeom>
              <a:rect b="b" l="l" r="r" t="t"/>
              <a:pathLst>
                <a:path extrusionOk="0" h="1231" w="1082">
                  <a:moveTo>
                    <a:pt x="179" y="0"/>
                  </a:moveTo>
                  <a:cubicBezTo>
                    <a:pt x="89" y="0"/>
                    <a:pt x="10" y="78"/>
                    <a:pt x="10" y="178"/>
                  </a:cubicBezTo>
                  <a:lnTo>
                    <a:pt x="10" y="695"/>
                  </a:lnTo>
                  <a:cubicBezTo>
                    <a:pt x="0" y="752"/>
                    <a:pt x="19" y="800"/>
                    <a:pt x="58" y="838"/>
                  </a:cubicBezTo>
                  <a:lnTo>
                    <a:pt x="421" y="1183"/>
                  </a:lnTo>
                  <a:cubicBezTo>
                    <a:pt x="450" y="1221"/>
                    <a:pt x="488" y="1231"/>
                    <a:pt x="536" y="1231"/>
                  </a:cubicBezTo>
                  <a:cubicBezTo>
                    <a:pt x="584" y="1231"/>
                    <a:pt x="632" y="1212"/>
                    <a:pt x="660" y="1183"/>
                  </a:cubicBezTo>
                  <a:lnTo>
                    <a:pt x="1034" y="800"/>
                  </a:lnTo>
                  <a:cubicBezTo>
                    <a:pt x="1062" y="762"/>
                    <a:pt x="1082" y="723"/>
                    <a:pt x="1082" y="676"/>
                  </a:cubicBezTo>
                  <a:lnTo>
                    <a:pt x="1082" y="187"/>
                  </a:lnTo>
                  <a:cubicBezTo>
                    <a:pt x="1082" y="140"/>
                    <a:pt x="1062" y="92"/>
                    <a:pt x="1034" y="54"/>
                  </a:cubicBezTo>
                  <a:cubicBezTo>
                    <a:pt x="995" y="25"/>
                    <a:pt x="948" y="6"/>
                    <a:pt x="900" y="6"/>
                  </a:cubicBezTo>
                  <a:lnTo>
                    <a:pt x="861" y="6"/>
                  </a:lnTo>
                  <a:cubicBezTo>
                    <a:pt x="812" y="20"/>
                    <a:pt x="763" y="29"/>
                    <a:pt x="714" y="29"/>
                  </a:cubicBezTo>
                  <a:cubicBezTo>
                    <a:pt x="696" y="29"/>
                    <a:pt x="678" y="27"/>
                    <a:pt x="660" y="25"/>
                  </a:cubicBezTo>
                  <a:lnTo>
                    <a:pt x="440" y="25"/>
                  </a:lnTo>
                  <a:cubicBezTo>
                    <a:pt x="420" y="27"/>
                    <a:pt x="400" y="29"/>
                    <a:pt x="380" y="29"/>
                  </a:cubicBezTo>
                  <a:cubicBezTo>
                    <a:pt x="327" y="29"/>
                    <a:pt x="276" y="20"/>
                    <a:pt x="220" y="6"/>
                  </a:cubicBezTo>
                  <a:cubicBezTo>
                    <a:pt x="206" y="2"/>
                    <a:pt x="193" y="0"/>
                    <a:pt x="179" y="0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2"/>
            <p:cNvSpPr/>
            <p:nvPr/>
          </p:nvSpPr>
          <p:spPr>
            <a:xfrm>
              <a:off x="2390754" y="2521972"/>
              <a:ext cx="17358" cy="32274"/>
            </a:xfrm>
            <a:custGeom>
              <a:rect b="b" l="l" r="r" t="t"/>
              <a:pathLst>
                <a:path extrusionOk="0" h="1229" w="661">
                  <a:moveTo>
                    <a:pt x="178" y="0"/>
                  </a:moveTo>
                  <a:cubicBezTo>
                    <a:pt x="85" y="0"/>
                    <a:pt x="0" y="72"/>
                    <a:pt x="0" y="175"/>
                  </a:cubicBezTo>
                  <a:lnTo>
                    <a:pt x="0" y="692"/>
                  </a:lnTo>
                  <a:cubicBezTo>
                    <a:pt x="0" y="750"/>
                    <a:pt x="19" y="798"/>
                    <a:pt x="58" y="836"/>
                  </a:cubicBezTo>
                  <a:lnTo>
                    <a:pt x="421" y="1180"/>
                  </a:lnTo>
                  <a:cubicBezTo>
                    <a:pt x="450" y="1209"/>
                    <a:pt x="488" y="1228"/>
                    <a:pt x="536" y="1228"/>
                  </a:cubicBezTo>
                  <a:cubicBezTo>
                    <a:pt x="584" y="1228"/>
                    <a:pt x="632" y="1209"/>
                    <a:pt x="660" y="1180"/>
                  </a:cubicBezTo>
                  <a:cubicBezTo>
                    <a:pt x="632" y="1171"/>
                    <a:pt x="603" y="1152"/>
                    <a:pt x="574" y="1123"/>
                  </a:cubicBezTo>
                  <a:lnTo>
                    <a:pt x="220" y="778"/>
                  </a:lnTo>
                  <a:cubicBezTo>
                    <a:pt x="182" y="740"/>
                    <a:pt x="163" y="692"/>
                    <a:pt x="163" y="635"/>
                  </a:cubicBezTo>
                  <a:lnTo>
                    <a:pt x="163" y="118"/>
                  </a:lnTo>
                  <a:cubicBezTo>
                    <a:pt x="163" y="70"/>
                    <a:pt x="182" y="32"/>
                    <a:pt x="211" y="3"/>
                  </a:cubicBezTo>
                  <a:cubicBezTo>
                    <a:pt x="200" y="1"/>
                    <a:pt x="189" y="0"/>
                    <a:pt x="178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2"/>
            <p:cNvSpPr/>
            <p:nvPr/>
          </p:nvSpPr>
          <p:spPr>
            <a:xfrm>
              <a:off x="2374657" y="2464804"/>
              <a:ext cx="60844" cy="65309"/>
            </a:xfrm>
            <a:custGeom>
              <a:rect b="b" l="l" r="r" t="t"/>
              <a:pathLst>
                <a:path extrusionOk="0" h="2487" w="2317">
                  <a:moveTo>
                    <a:pt x="1601" y="1"/>
                  </a:moveTo>
                  <a:cubicBezTo>
                    <a:pt x="1586" y="1"/>
                    <a:pt x="1572" y="6"/>
                    <a:pt x="1561" y="17"/>
                  </a:cubicBezTo>
                  <a:cubicBezTo>
                    <a:pt x="1312" y="199"/>
                    <a:pt x="1025" y="343"/>
                    <a:pt x="728" y="429"/>
                  </a:cubicBezTo>
                  <a:cubicBezTo>
                    <a:pt x="632" y="458"/>
                    <a:pt x="537" y="477"/>
                    <a:pt x="441" y="496"/>
                  </a:cubicBezTo>
                  <a:cubicBezTo>
                    <a:pt x="355" y="515"/>
                    <a:pt x="259" y="525"/>
                    <a:pt x="163" y="525"/>
                  </a:cubicBezTo>
                  <a:cubicBezTo>
                    <a:pt x="68" y="534"/>
                    <a:pt x="1" y="611"/>
                    <a:pt x="1" y="706"/>
                  </a:cubicBezTo>
                  <a:lnTo>
                    <a:pt x="1" y="1434"/>
                  </a:lnTo>
                  <a:cubicBezTo>
                    <a:pt x="1" y="2018"/>
                    <a:pt x="470" y="2486"/>
                    <a:pt x="1053" y="2486"/>
                  </a:cubicBezTo>
                  <a:lnTo>
                    <a:pt x="1264" y="2486"/>
                  </a:lnTo>
                  <a:cubicBezTo>
                    <a:pt x="1848" y="2486"/>
                    <a:pt x="2317" y="2018"/>
                    <a:pt x="2317" y="1434"/>
                  </a:cubicBezTo>
                  <a:lnTo>
                    <a:pt x="2317" y="678"/>
                  </a:lnTo>
                  <a:cubicBezTo>
                    <a:pt x="2317" y="601"/>
                    <a:pt x="2269" y="534"/>
                    <a:pt x="2202" y="505"/>
                  </a:cubicBezTo>
                  <a:cubicBezTo>
                    <a:pt x="2183" y="505"/>
                    <a:pt x="2163" y="496"/>
                    <a:pt x="2144" y="486"/>
                  </a:cubicBezTo>
                  <a:cubicBezTo>
                    <a:pt x="1934" y="400"/>
                    <a:pt x="1762" y="247"/>
                    <a:pt x="1666" y="56"/>
                  </a:cubicBezTo>
                  <a:lnTo>
                    <a:pt x="1656" y="36"/>
                  </a:lnTo>
                  <a:cubicBezTo>
                    <a:pt x="1645" y="13"/>
                    <a:pt x="1623" y="1"/>
                    <a:pt x="1601" y="1"/>
                  </a:cubicBezTo>
                  <a:close/>
                </a:path>
              </a:pathLst>
            </a:custGeom>
            <a:solidFill>
              <a:srgbClr val="783F0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2"/>
            <p:cNvSpPr/>
            <p:nvPr/>
          </p:nvSpPr>
          <p:spPr>
            <a:xfrm>
              <a:off x="2374657" y="2464620"/>
              <a:ext cx="44248" cy="65230"/>
            </a:xfrm>
            <a:custGeom>
              <a:rect b="b" l="l" r="r" t="t"/>
              <a:pathLst>
                <a:path extrusionOk="0" h="2484" w="1685">
                  <a:moveTo>
                    <a:pt x="1605" y="1"/>
                  </a:moveTo>
                  <a:cubicBezTo>
                    <a:pt x="1592" y="1"/>
                    <a:pt x="1580" y="5"/>
                    <a:pt x="1570" y="15"/>
                  </a:cubicBezTo>
                  <a:cubicBezTo>
                    <a:pt x="1312" y="206"/>
                    <a:pt x="1034" y="340"/>
                    <a:pt x="728" y="426"/>
                  </a:cubicBezTo>
                  <a:cubicBezTo>
                    <a:pt x="632" y="455"/>
                    <a:pt x="546" y="474"/>
                    <a:pt x="450" y="493"/>
                  </a:cubicBezTo>
                  <a:cubicBezTo>
                    <a:pt x="355" y="512"/>
                    <a:pt x="259" y="522"/>
                    <a:pt x="173" y="532"/>
                  </a:cubicBezTo>
                  <a:cubicBezTo>
                    <a:pt x="77" y="532"/>
                    <a:pt x="1" y="618"/>
                    <a:pt x="1" y="704"/>
                  </a:cubicBezTo>
                  <a:lnTo>
                    <a:pt x="1" y="1431"/>
                  </a:lnTo>
                  <a:cubicBezTo>
                    <a:pt x="1" y="2015"/>
                    <a:pt x="470" y="2484"/>
                    <a:pt x="1053" y="2484"/>
                  </a:cubicBezTo>
                  <a:lnTo>
                    <a:pt x="1264" y="2484"/>
                  </a:lnTo>
                  <a:cubicBezTo>
                    <a:pt x="690" y="2484"/>
                    <a:pt x="221" y="2015"/>
                    <a:pt x="211" y="1441"/>
                  </a:cubicBezTo>
                  <a:lnTo>
                    <a:pt x="211" y="713"/>
                  </a:lnTo>
                  <a:cubicBezTo>
                    <a:pt x="211" y="618"/>
                    <a:pt x="288" y="541"/>
                    <a:pt x="383" y="532"/>
                  </a:cubicBezTo>
                  <a:cubicBezTo>
                    <a:pt x="470" y="522"/>
                    <a:pt x="565" y="512"/>
                    <a:pt x="661" y="493"/>
                  </a:cubicBezTo>
                  <a:cubicBezTo>
                    <a:pt x="757" y="474"/>
                    <a:pt x="852" y="455"/>
                    <a:pt x="938" y="426"/>
                  </a:cubicBezTo>
                  <a:cubicBezTo>
                    <a:pt x="1206" y="350"/>
                    <a:pt x="1455" y="235"/>
                    <a:pt x="1685" y="82"/>
                  </a:cubicBezTo>
                  <a:lnTo>
                    <a:pt x="1666" y="53"/>
                  </a:lnTo>
                  <a:lnTo>
                    <a:pt x="1656" y="34"/>
                  </a:lnTo>
                  <a:cubicBezTo>
                    <a:pt x="1650" y="15"/>
                    <a:pt x="1628" y="1"/>
                    <a:pt x="1605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2"/>
            <p:cNvSpPr/>
            <p:nvPr/>
          </p:nvSpPr>
          <p:spPr>
            <a:xfrm>
              <a:off x="2216072" y="2719579"/>
              <a:ext cx="122424" cy="64888"/>
            </a:xfrm>
            <a:custGeom>
              <a:rect b="b" l="l" r="r" t="t"/>
              <a:pathLst>
                <a:path extrusionOk="0" h="2471" w="4662">
                  <a:moveTo>
                    <a:pt x="1771" y="0"/>
                  </a:moveTo>
                  <a:lnTo>
                    <a:pt x="709" y="431"/>
                  </a:lnTo>
                  <a:cubicBezTo>
                    <a:pt x="604" y="469"/>
                    <a:pt x="508" y="527"/>
                    <a:pt x="422" y="594"/>
                  </a:cubicBezTo>
                  <a:lnTo>
                    <a:pt x="403" y="613"/>
                  </a:lnTo>
                  <a:lnTo>
                    <a:pt x="384" y="632"/>
                  </a:lnTo>
                  <a:lnTo>
                    <a:pt x="374" y="642"/>
                  </a:lnTo>
                  <a:lnTo>
                    <a:pt x="345" y="661"/>
                  </a:lnTo>
                  <a:cubicBezTo>
                    <a:pt x="154" y="852"/>
                    <a:pt x="39" y="1091"/>
                    <a:pt x="1" y="1359"/>
                  </a:cubicBezTo>
                  <a:lnTo>
                    <a:pt x="1" y="1407"/>
                  </a:lnTo>
                  <a:lnTo>
                    <a:pt x="1" y="1417"/>
                  </a:lnTo>
                  <a:lnTo>
                    <a:pt x="1" y="1455"/>
                  </a:lnTo>
                  <a:lnTo>
                    <a:pt x="1" y="1484"/>
                  </a:lnTo>
                  <a:lnTo>
                    <a:pt x="1" y="1493"/>
                  </a:lnTo>
                  <a:lnTo>
                    <a:pt x="1" y="1551"/>
                  </a:lnTo>
                  <a:lnTo>
                    <a:pt x="1" y="1714"/>
                  </a:lnTo>
                  <a:lnTo>
                    <a:pt x="1" y="2249"/>
                  </a:lnTo>
                  <a:cubicBezTo>
                    <a:pt x="1" y="2377"/>
                    <a:pt x="114" y="2470"/>
                    <a:pt x="241" y="2470"/>
                  </a:cubicBezTo>
                  <a:cubicBezTo>
                    <a:pt x="247" y="2470"/>
                    <a:pt x="253" y="2470"/>
                    <a:pt x="259" y="2470"/>
                  </a:cubicBezTo>
                  <a:lnTo>
                    <a:pt x="4403" y="2470"/>
                  </a:lnTo>
                  <a:cubicBezTo>
                    <a:pt x="4409" y="2470"/>
                    <a:pt x="4415" y="2470"/>
                    <a:pt x="4421" y="2470"/>
                  </a:cubicBezTo>
                  <a:cubicBezTo>
                    <a:pt x="4547" y="2470"/>
                    <a:pt x="4652" y="2377"/>
                    <a:pt x="4661" y="2249"/>
                  </a:cubicBezTo>
                  <a:lnTo>
                    <a:pt x="4661" y="1733"/>
                  </a:lnTo>
                  <a:lnTo>
                    <a:pt x="4661" y="1560"/>
                  </a:lnTo>
                  <a:lnTo>
                    <a:pt x="4642" y="1560"/>
                  </a:lnTo>
                  <a:lnTo>
                    <a:pt x="4642" y="1503"/>
                  </a:lnTo>
                  <a:lnTo>
                    <a:pt x="4642" y="1493"/>
                  </a:lnTo>
                  <a:lnTo>
                    <a:pt x="4642" y="1465"/>
                  </a:lnTo>
                  <a:lnTo>
                    <a:pt x="4642" y="1436"/>
                  </a:lnTo>
                  <a:lnTo>
                    <a:pt x="4642" y="1417"/>
                  </a:lnTo>
                  <a:lnTo>
                    <a:pt x="4642" y="1369"/>
                  </a:lnTo>
                  <a:cubicBezTo>
                    <a:pt x="4604" y="1111"/>
                    <a:pt x="4489" y="862"/>
                    <a:pt x="4298" y="670"/>
                  </a:cubicBezTo>
                  <a:lnTo>
                    <a:pt x="4269" y="651"/>
                  </a:lnTo>
                  <a:lnTo>
                    <a:pt x="4260" y="642"/>
                  </a:lnTo>
                  <a:lnTo>
                    <a:pt x="4240" y="623"/>
                  </a:lnTo>
                  <a:lnTo>
                    <a:pt x="4221" y="603"/>
                  </a:lnTo>
                  <a:cubicBezTo>
                    <a:pt x="4135" y="536"/>
                    <a:pt x="4030" y="479"/>
                    <a:pt x="3934" y="441"/>
                  </a:cubicBezTo>
                  <a:lnTo>
                    <a:pt x="2872" y="10"/>
                  </a:lnTo>
                  <a:lnTo>
                    <a:pt x="2604" y="288"/>
                  </a:lnTo>
                  <a:lnTo>
                    <a:pt x="2336" y="556"/>
                  </a:lnTo>
                  <a:lnTo>
                    <a:pt x="2039" y="278"/>
                  </a:lnTo>
                  <a:lnTo>
                    <a:pt x="17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2"/>
            <p:cNvSpPr/>
            <p:nvPr/>
          </p:nvSpPr>
          <p:spPr>
            <a:xfrm>
              <a:off x="2215075" y="2720078"/>
              <a:ext cx="50025" cy="64390"/>
            </a:xfrm>
            <a:custGeom>
              <a:rect b="b" l="l" r="r" t="t"/>
              <a:pathLst>
                <a:path extrusionOk="0" h="2452" w="1905">
                  <a:moveTo>
                    <a:pt x="1809" y="1"/>
                  </a:moveTo>
                  <a:lnTo>
                    <a:pt x="756" y="412"/>
                  </a:lnTo>
                  <a:cubicBezTo>
                    <a:pt x="297" y="594"/>
                    <a:pt x="0" y="1044"/>
                    <a:pt x="29" y="1541"/>
                  </a:cubicBezTo>
                  <a:lnTo>
                    <a:pt x="29" y="2230"/>
                  </a:lnTo>
                  <a:cubicBezTo>
                    <a:pt x="29" y="2358"/>
                    <a:pt x="134" y="2451"/>
                    <a:pt x="260" y="2451"/>
                  </a:cubicBezTo>
                  <a:cubicBezTo>
                    <a:pt x="266" y="2451"/>
                    <a:pt x="272" y="2451"/>
                    <a:pt x="278" y="2451"/>
                  </a:cubicBezTo>
                  <a:lnTo>
                    <a:pt x="335" y="2451"/>
                  </a:lnTo>
                  <a:lnTo>
                    <a:pt x="335" y="1541"/>
                  </a:lnTo>
                  <a:cubicBezTo>
                    <a:pt x="316" y="1053"/>
                    <a:pt x="603" y="594"/>
                    <a:pt x="1063" y="412"/>
                  </a:cubicBezTo>
                  <a:lnTo>
                    <a:pt x="1905" y="87"/>
                  </a:lnTo>
                  <a:lnTo>
                    <a:pt x="1809" y="1"/>
                  </a:ln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2"/>
            <p:cNvSpPr/>
            <p:nvPr/>
          </p:nvSpPr>
          <p:spPr>
            <a:xfrm>
              <a:off x="2237947" y="2618294"/>
              <a:ext cx="77178" cy="54805"/>
            </a:xfrm>
            <a:custGeom>
              <a:rect b="b" l="l" r="r" t="t"/>
              <a:pathLst>
                <a:path extrusionOk="0" h="2087" w="2939">
                  <a:moveTo>
                    <a:pt x="2594" y="1800"/>
                  </a:moveTo>
                  <a:lnTo>
                    <a:pt x="2584" y="1809"/>
                  </a:lnTo>
                  <a:lnTo>
                    <a:pt x="2556" y="1829"/>
                  </a:lnTo>
                  <a:lnTo>
                    <a:pt x="2594" y="1800"/>
                  </a:lnTo>
                  <a:close/>
                  <a:moveTo>
                    <a:pt x="2594" y="1800"/>
                  </a:moveTo>
                  <a:lnTo>
                    <a:pt x="2584" y="1819"/>
                  </a:lnTo>
                  <a:lnTo>
                    <a:pt x="2579" y="1830"/>
                  </a:lnTo>
                  <a:lnTo>
                    <a:pt x="2594" y="1800"/>
                  </a:lnTo>
                  <a:close/>
                  <a:moveTo>
                    <a:pt x="1417" y="1"/>
                  </a:moveTo>
                  <a:cubicBezTo>
                    <a:pt x="63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0" y="2087"/>
                    <a:pt x="316" y="2049"/>
                    <a:pt x="354" y="1896"/>
                  </a:cubicBezTo>
                  <a:cubicBezTo>
                    <a:pt x="374" y="1876"/>
                    <a:pt x="383" y="1867"/>
                    <a:pt x="393" y="1848"/>
                  </a:cubicBezTo>
                  <a:cubicBezTo>
                    <a:pt x="575" y="1848"/>
                    <a:pt x="1426" y="1829"/>
                    <a:pt x="1914" y="1245"/>
                  </a:cubicBezTo>
                  <a:cubicBezTo>
                    <a:pt x="2020" y="1532"/>
                    <a:pt x="2249" y="1762"/>
                    <a:pt x="2546" y="1848"/>
                  </a:cubicBezTo>
                  <a:cubicBezTo>
                    <a:pt x="2556" y="1867"/>
                    <a:pt x="2565" y="1886"/>
                    <a:pt x="2584" y="1896"/>
                  </a:cubicBezTo>
                  <a:cubicBezTo>
                    <a:pt x="2623" y="2058"/>
                    <a:pt x="2938" y="2087"/>
                    <a:pt x="2938" y="2087"/>
                  </a:cubicBezTo>
                  <a:lnTo>
                    <a:pt x="2938" y="1417"/>
                  </a:lnTo>
                  <a:cubicBezTo>
                    <a:pt x="2938" y="642"/>
                    <a:pt x="2316" y="10"/>
                    <a:pt x="1532" y="1"/>
                  </a:cubicBez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2"/>
            <p:cNvSpPr/>
            <p:nvPr/>
          </p:nvSpPr>
          <p:spPr>
            <a:xfrm>
              <a:off x="2237947" y="2618294"/>
              <a:ext cx="41990" cy="54805"/>
            </a:xfrm>
            <a:custGeom>
              <a:rect b="b" l="l" r="r" t="t"/>
              <a:pathLst>
                <a:path extrusionOk="0" h="2087" w="1599">
                  <a:moveTo>
                    <a:pt x="1417" y="1"/>
                  </a:moveTo>
                  <a:cubicBezTo>
                    <a:pt x="642" y="1"/>
                    <a:pt x="0" y="632"/>
                    <a:pt x="0" y="1417"/>
                  </a:cubicBezTo>
                  <a:lnTo>
                    <a:pt x="0" y="2087"/>
                  </a:lnTo>
                  <a:cubicBezTo>
                    <a:pt x="86" y="2077"/>
                    <a:pt x="173" y="2049"/>
                    <a:pt x="249" y="2010"/>
                  </a:cubicBezTo>
                  <a:lnTo>
                    <a:pt x="249" y="1781"/>
                  </a:lnTo>
                  <a:lnTo>
                    <a:pt x="249" y="1417"/>
                  </a:lnTo>
                  <a:cubicBezTo>
                    <a:pt x="249" y="661"/>
                    <a:pt x="843" y="39"/>
                    <a:pt x="1599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2"/>
            <p:cNvSpPr/>
            <p:nvPr/>
          </p:nvSpPr>
          <p:spPr>
            <a:xfrm>
              <a:off x="2304805" y="2667321"/>
              <a:ext cx="16859" cy="22794"/>
            </a:xfrm>
            <a:custGeom>
              <a:rect b="b" l="l" r="r" t="t"/>
              <a:pathLst>
                <a:path extrusionOk="0" h="868" w="642">
                  <a:moveTo>
                    <a:pt x="174" y="0"/>
                  </a:moveTo>
                  <a:cubicBezTo>
                    <a:pt x="80" y="0"/>
                    <a:pt x="0" y="78"/>
                    <a:pt x="0" y="182"/>
                  </a:cubicBezTo>
                  <a:lnTo>
                    <a:pt x="0" y="689"/>
                  </a:lnTo>
                  <a:cubicBezTo>
                    <a:pt x="0" y="796"/>
                    <a:pt x="85" y="867"/>
                    <a:pt x="181" y="867"/>
                  </a:cubicBezTo>
                  <a:cubicBezTo>
                    <a:pt x="197" y="867"/>
                    <a:pt x="213" y="865"/>
                    <a:pt x="230" y="861"/>
                  </a:cubicBezTo>
                  <a:cubicBezTo>
                    <a:pt x="268" y="852"/>
                    <a:pt x="297" y="832"/>
                    <a:pt x="335" y="813"/>
                  </a:cubicBezTo>
                  <a:cubicBezTo>
                    <a:pt x="364" y="785"/>
                    <a:pt x="392" y="756"/>
                    <a:pt x="431" y="727"/>
                  </a:cubicBezTo>
                  <a:cubicBezTo>
                    <a:pt x="641" y="488"/>
                    <a:pt x="536" y="105"/>
                    <a:pt x="230" y="9"/>
                  </a:cubicBezTo>
                  <a:cubicBezTo>
                    <a:pt x="211" y="3"/>
                    <a:pt x="192" y="0"/>
                    <a:pt x="174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2"/>
            <p:cNvSpPr/>
            <p:nvPr/>
          </p:nvSpPr>
          <p:spPr>
            <a:xfrm>
              <a:off x="2231671" y="2667295"/>
              <a:ext cx="17095" cy="22899"/>
            </a:xfrm>
            <a:custGeom>
              <a:rect b="b" l="l" r="r" t="t"/>
              <a:pathLst>
                <a:path extrusionOk="0" h="872" w="651">
                  <a:moveTo>
                    <a:pt x="472" y="1"/>
                  </a:moveTo>
                  <a:cubicBezTo>
                    <a:pt x="454" y="1"/>
                    <a:pt x="437" y="4"/>
                    <a:pt x="421" y="10"/>
                  </a:cubicBezTo>
                  <a:cubicBezTo>
                    <a:pt x="0" y="144"/>
                    <a:pt x="0" y="728"/>
                    <a:pt x="421" y="862"/>
                  </a:cubicBezTo>
                  <a:cubicBezTo>
                    <a:pt x="440" y="868"/>
                    <a:pt x="459" y="871"/>
                    <a:pt x="477" y="871"/>
                  </a:cubicBezTo>
                  <a:cubicBezTo>
                    <a:pt x="570" y="871"/>
                    <a:pt x="651" y="794"/>
                    <a:pt x="651" y="690"/>
                  </a:cubicBezTo>
                  <a:lnTo>
                    <a:pt x="651" y="183"/>
                  </a:lnTo>
                  <a:cubicBezTo>
                    <a:pt x="651" y="125"/>
                    <a:pt x="622" y="68"/>
                    <a:pt x="574" y="39"/>
                  </a:cubicBezTo>
                  <a:cubicBezTo>
                    <a:pt x="542" y="14"/>
                    <a:pt x="506" y="1"/>
                    <a:pt x="472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2"/>
            <p:cNvSpPr/>
            <p:nvPr/>
          </p:nvSpPr>
          <p:spPr>
            <a:xfrm>
              <a:off x="2262579" y="2707184"/>
              <a:ext cx="28413" cy="32536"/>
            </a:xfrm>
            <a:custGeom>
              <a:rect b="b" l="l" r="r" t="t"/>
              <a:pathLst>
                <a:path extrusionOk="0" h="1239" w="1082">
                  <a:moveTo>
                    <a:pt x="188" y="1"/>
                  </a:moveTo>
                  <a:cubicBezTo>
                    <a:pt x="87" y="1"/>
                    <a:pt x="0" y="80"/>
                    <a:pt x="0" y="176"/>
                  </a:cubicBezTo>
                  <a:lnTo>
                    <a:pt x="0" y="702"/>
                  </a:lnTo>
                  <a:cubicBezTo>
                    <a:pt x="0" y="750"/>
                    <a:pt x="19" y="798"/>
                    <a:pt x="58" y="836"/>
                  </a:cubicBezTo>
                  <a:lnTo>
                    <a:pt x="412" y="1190"/>
                  </a:lnTo>
                  <a:cubicBezTo>
                    <a:pt x="440" y="1219"/>
                    <a:pt x="488" y="1238"/>
                    <a:pt x="536" y="1238"/>
                  </a:cubicBezTo>
                  <a:cubicBezTo>
                    <a:pt x="574" y="1238"/>
                    <a:pt x="622" y="1219"/>
                    <a:pt x="661" y="1181"/>
                  </a:cubicBezTo>
                  <a:lnTo>
                    <a:pt x="1024" y="798"/>
                  </a:lnTo>
                  <a:cubicBezTo>
                    <a:pt x="1063" y="769"/>
                    <a:pt x="1072" y="721"/>
                    <a:pt x="1082" y="683"/>
                  </a:cubicBezTo>
                  <a:lnTo>
                    <a:pt x="1082" y="185"/>
                  </a:lnTo>
                  <a:cubicBezTo>
                    <a:pt x="1082" y="137"/>
                    <a:pt x="1063" y="90"/>
                    <a:pt x="1024" y="61"/>
                  </a:cubicBezTo>
                  <a:cubicBezTo>
                    <a:pt x="996" y="23"/>
                    <a:pt x="948" y="4"/>
                    <a:pt x="900" y="4"/>
                  </a:cubicBezTo>
                  <a:lnTo>
                    <a:pt x="862" y="4"/>
                  </a:lnTo>
                  <a:cubicBezTo>
                    <a:pt x="785" y="23"/>
                    <a:pt x="718" y="32"/>
                    <a:pt x="651" y="32"/>
                  </a:cubicBezTo>
                  <a:lnTo>
                    <a:pt x="431" y="32"/>
                  </a:lnTo>
                  <a:cubicBezTo>
                    <a:pt x="364" y="32"/>
                    <a:pt x="287" y="23"/>
                    <a:pt x="220" y="4"/>
                  </a:cubicBezTo>
                  <a:cubicBezTo>
                    <a:pt x="209" y="2"/>
                    <a:pt x="199" y="1"/>
                    <a:pt x="188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2"/>
            <p:cNvSpPr/>
            <p:nvPr/>
          </p:nvSpPr>
          <p:spPr>
            <a:xfrm>
              <a:off x="2262316" y="2707446"/>
              <a:ext cx="17384" cy="32510"/>
            </a:xfrm>
            <a:custGeom>
              <a:rect b="b" l="l" r="r" t="t"/>
              <a:pathLst>
                <a:path extrusionOk="0" h="1238" w="662">
                  <a:moveTo>
                    <a:pt x="182" y="0"/>
                  </a:moveTo>
                  <a:cubicBezTo>
                    <a:pt x="89" y="0"/>
                    <a:pt x="10" y="80"/>
                    <a:pt x="10" y="175"/>
                  </a:cubicBezTo>
                  <a:lnTo>
                    <a:pt x="10" y="702"/>
                  </a:lnTo>
                  <a:cubicBezTo>
                    <a:pt x="1" y="750"/>
                    <a:pt x="20" y="797"/>
                    <a:pt x="58" y="836"/>
                  </a:cubicBezTo>
                  <a:lnTo>
                    <a:pt x="422" y="1180"/>
                  </a:lnTo>
                  <a:cubicBezTo>
                    <a:pt x="450" y="1218"/>
                    <a:pt x="498" y="1238"/>
                    <a:pt x="537" y="1238"/>
                  </a:cubicBezTo>
                  <a:cubicBezTo>
                    <a:pt x="584" y="1238"/>
                    <a:pt x="632" y="1209"/>
                    <a:pt x="661" y="1180"/>
                  </a:cubicBezTo>
                  <a:cubicBezTo>
                    <a:pt x="632" y="1171"/>
                    <a:pt x="604" y="1152"/>
                    <a:pt x="584" y="1132"/>
                  </a:cubicBezTo>
                  <a:lnTo>
                    <a:pt x="221" y="778"/>
                  </a:lnTo>
                  <a:cubicBezTo>
                    <a:pt x="182" y="740"/>
                    <a:pt x="163" y="692"/>
                    <a:pt x="173" y="644"/>
                  </a:cubicBezTo>
                  <a:lnTo>
                    <a:pt x="173" y="118"/>
                  </a:lnTo>
                  <a:cubicBezTo>
                    <a:pt x="173" y="80"/>
                    <a:pt x="182" y="32"/>
                    <a:pt x="211" y="3"/>
                  </a:cubicBezTo>
                  <a:cubicBezTo>
                    <a:pt x="201" y="1"/>
                    <a:pt x="191" y="0"/>
                    <a:pt x="182" y="0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2"/>
            <p:cNvSpPr/>
            <p:nvPr/>
          </p:nvSpPr>
          <p:spPr>
            <a:xfrm>
              <a:off x="2246245" y="2650357"/>
              <a:ext cx="60844" cy="65230"/>
            </a:xfrm>
            <a:custGeom>
              <a:rect b="b" l="l" r="r" t="t"/>
              <a:pathLst>
                <a:path extrusionOk="0" h="2484" w="2317">
                  <a:moveTo>
                    <a:pt x="1598" y="0"/>
                  </a:moveTo>
                  <a:cubicBezTo>
                    <a:pt x="1586" y="0"/>
                    <a:pt x="1573" y="5"/>
                    <a:pt x="1560" y="14"/>
                  </a:cubicBezTo>
                  <a:cubicBezTo>
                    <a:pt x="1311" y="206"/>
                    <a:pt x="1024" y="340"/>
                    <a:pt x="727" y="426"/>
                  </a:cubicBezTo>
                  <a:cubicBezTo>
                    <a:pt x="632" y="454"/>
                    <a:pt x="536" y="474"/>
                    <a:pt x="450" y="493"/>
                  </a:cubicBezTo>
                  <a:cubicBezTo>
                    <a:pt x="354" y="512"/>
                    <a:pt x="259" y="521"/>
                    <a:pt x="163" y="531"/>
                  </a:cubicBezTo>
                  <a:cubicBezTo>
                    <a:pt x="77" y="531"/>
                    <a:pt x="0" y="617"/>
                    <a:pt x="0" y="703"/>
                  </a:cubicBezTo>
                  <a:lnTo>
                    <a:pt x="0" y="1431"/>
                  </a:lnTo>
                  <a:cubicBezTo>
                    <a:pt x="0" y="2014"/>
                    <a:pt x="469" y="2483"/>
                    <a:pt x="1053" y="2483"/>
                  </a:cubicBezTo>
                  <a:lnTo>
                    <a:pt x="1273" y="2483"/>
                  </a:lnTo>
                  <a:cubicBezTo>
                    <a:pt x="1847" y="2483"/>
                    <a:pt x="2316" y="2014"/>
                    <a:pt x="2316" y="1431"/>
                  </a:cubicBezTo>
                  <a:lnTo>
                    <a:pt x="2316" y="675"/>
                  </a:lnTo>
                  <a:cubicBezTo>
                    <a:pt x="2316" y="608"/>
                    <a:pt x="2278" y="541"/>
                    <a:pt x="2211" y="512"/>
                  </a:cubicBezTo>
                  <a:cubicBezTo>
                    <a:pt x="2182" y="502"/>
                    <a:pt x="2163" y="493"/>
                    <a:pt x="2144" y="483"/>
                  </a:cubicBezTo>
                  <a:cubicBezTo>
                    <a:pt x="1933" y="407"/>
                    <a:pt x="1771" y="253"/>
                    <a:pt x="1665" y="52"/>
                  </a:cubicBezTo>
                  <a:lnTo>
                    <a:pt x="1656" y="43"/>
                  </a:lnTo>
                  <a:cubicBezTo>
                    <a:pt x="1643" y="17"/>
                    <a:pt x="1622" y="0"/>
                    <a:pt x="1598" y="0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2"/>
            <p:cNvSpPr/>
            <p:nvPr/>
          </p:nvSpPr>
          <p:spPr>
            <a:xfrm>
              <a:off x="2246482" y="2650331"/>
              <a:ext cx="44012" cy="65256"/>
            </a:xfrm>
            <a:custGeom>
              <a:rect b="b" l="l" r="r" t="t"/>
              <a:pathLst>
                <a:path extrusionOk="0" h="2485" w="1676">
                  <a:moveTo>
                    <a:pt x="1595" y="1"/>
                  </a:moveTo>
                  <a:cubicBezTo>
                    <a:pt x="1583" y="1"/>
                    <a:pt x="1571" y="5"/>
                    <a:pt x="1561" y="15"/>
                  </a:cubicBezTo>
                  <a:cubicBezTo>
                    <a:pt x="1312" y="207"/>
                    <a:pt x="1025" y="341"/>
                    <a:pt x="718" y="427"/>
                  </a:cubicBezTo>
                  <a:cubicBezTo>
                    <a:pt x="632" y="455"/>
                    <a:pt x="537" y="475"/>
                    <a:pt x="441" y="494"/>
                  </a:cubicBezTo>
                  <a:cubicBezTo>
                    <a:pt x="345" y="513"/>
                    <a:pt x="259" y="522"/>
                    <a:pt x="163" y="532"/>
                  </a:cubicBezTo>
                  <a:cubicBezTo>
                    <a:pt x="68" y="532"/>
                    <a:pt x="1" y="609"/>
                    <a:pt x="1" y="704"/>
                  </a:cubicBezTo>
                  <a:lnTo>
                    <a:pt x="1" y="1432"/>
                  </a:lnTo>
                  <a:cubicBezTo>
                    <a:pt x="1" y="2015"/>
                    <a:pt x="470" y="2484"/>
                    <a:pt x="1044" y="2484"/>
                  </a:cubicBezTo>
                  <a:lnTo>
                    <a:pt x="1264" y="2484"/>
                  </a:lnTo>
                  <a:cubicBezTo>
                    <a:pt x="680" y="2484"/>
                    <a:pt x="211" y="2015"/>
                    <a:pt x="211" y="1432"/>
                  </a:cubicBezTo>
                  <a:lnTo>
                    <a:pt x="211" y="704"/>
                  </a:lnTo>
                  <a:cubicBezTo>
                    <a:pt x="211" y="618"/>
                    <a:pt x="278" y="532"/>
                    <a:pt x="374" y="532"/>
                  </a:cubicBezTo>
                  <a:cubicBezTo>
                    <a:pt x="470" y="522"/>
                    <a:pt x="565" y="513"/>
                    <a:pt x="652" y="494"/>
                  </a:cubicBezTo>
                  <a:cubicBezTo>
                    <a:pt x="747" y="475"/>
                    <a:pt x="843" y="455"/>
                    <a:pt x="929" y="427"/>
                  </a:cubicBezTo>
                  <a:cubicBezTo>
                    <a:pt x="1197" y="350"/>
                    <a:pt x="1446" y="235"/>
                    <a:pt x="1676" y="82"/>
                  </a:cubicBezTo>
                  <a:lnTo>
                    <a:pt x="1656" y="53"/>
                  </a:lnTo>
                  <a:lnTo>
                    <a:pt x="1647" y="34"/>
                  </a:lnTo>
                  <a:cubicBezTo>
                    <a:pt x="1641" y="16"/>
                    <a:pt x="1618" y="1"/>
                    <a:pt x="1595" y="1"/>
                  </a:cubicBezTo>
                  <a:close/>
                </a:path>
              </a:pathLst>
            </a:custGeom>
            <a:solidFill>
              <a:srgbClr val="193B59">
                <a:alpha val="195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03" name="Google Shape;20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9875" y="3726313"/>
            <a:ext cx="3324225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6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Justification des </a:t>
            </a:r>
            <a:r>
              <a:rPr lang="fr">
                <a:solidFill>
                  <a:schemeClr val="dk1"/>
                </a:solidFill>
              </a:rPr>
              <a:t>attributions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63"/>
          <p:cNvSpPr/>
          <p:nvPr/>
        </p:nvSpPr>
        <p:spPr>
          <a:xfrm>
            <a:off x="3255300" y="1249900"/>
            <a:ext cx="2633400" cy="47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Attribution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010" name="Google Shape;2010;p63"/>
          <p:cNvSpPr/>
          <p:nvPr/>
        </p:nvSpPr>
        <p:spPr>
          <a:xfrm>
            <a:off x="1001312" y="2903225"/>
            <a:ext cx="2169600" cy="1507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Support </a:t>
            </a:r>
            <a:r>
              <a:rPr b="1" lang="fr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initial, procédures.</a:t>
            </a:r>
            <a:endParaRPr b="1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011" name="Google Shape;2011;p63"/>
          <p:cNvSpPr/>
          <p:nvPr/>
        </p:nvSpPr>
        <p:spPr>
          <a:xfrm>
            <a:off x="5973088" y="2903225"/>
            <a:ext cx="2169600" cy="1507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>
                <a:solidFill>
                  <a:schemeClr val="dk2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Expertise, infrastructure, projets.</a:t>
            </a:r>
            <a:endParaRPr b="1">
              <a:solidFill>
                <a:schemeClr val="dk2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2012" name="Google Shape;2012;p63"/>
          <p:cNvCxnSpPr>
            <a:stCxn id="2009" idx="2"/>
            <a:endCxn id="2013" idx="0"/>
          </p:cNvCxnSpPr>
          <p:nvPr/>
        </p:nvCxnSpPr>
        <p:spPr>
          <a:xfrm rot="5400000">
            <a:off x="3043350" y="771550"/>
            <a:ext cx="571500" cy="24858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4" name="Google Shape;2014;p63"/>
          <p:cNvCxnSpPr>
            <a:stCxn id="2009" idx="2"/>
            <a:endCxn id="2015" idx="0"/>
          </p:cNvCxnSpPr>
          <p:nvPr/>
        </p:nvCxnSpPr>
        <p:spPr>
          <a:xfrm flipH="1" rot="-5400000">
            <a:off x="5529150" y="771550"/>
            <a:ext cx="571500" cy="24858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3" name="Google Shape;2013;p63"/>
          <p:cNvSpPr txBox="1"/>
          <p:nvPr/>
        </p:nvSpPr>
        <p:spPr>
          <a:xfrm>
            <a:off x="1001312" y="2300225"/>
            <a:ext cx="2169600" cy="60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Niveau 1 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015" name="Google Shape;2015;p63"/>
          <p:cNvSpPr txBox="1"/>
          <p:nvPr/>
        </p:nvSpPr>
        <p:spPr>
          <a:xfrm>
            <a:off x="5973088" y="2300225"/>
            <a:ext cx="2169600" cy="60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Niveau 2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grpSp>
        <p:nvGrpSpPr>
          <p:cNvPr id="2016" name="Google Shape;2016;p63"/>
          <p:cNvGrpSpPr/>
          <p:nvPr/>
        </p:nvGrpSpPr>
        <p:grpSpPr>
          <a:xfrm>
            <a:off x="3418060" y="2685698"/>
            <a:ext cx="5581746" cy="1205676"/>
            <a:chOff x="2767950" y="1115325"/>
            <a:chExt cx="3468000" cy="749100"/>
          </a:xfrm>
        </p:grpSpPr>
        <p:sp>
          <p:nvSpPr>
            <p:cNvPr id="2017" name="Google Shape;2017;p63"/>
            <p:cNvSpPr/>
            <p:nvPr/>
          </p:nvSpPr>
          <p:spPr>
            <a:xfrm>
              <a:off x="2767950" y="1115325"/>
              <a:ext cx="3468000" cy="749100"/>
            </a:xfrm>
            <a:prstGeom prst="rect">
              <a:avLst/>
            </a:prstGeom>
            <a:solidFill>
              <a:schemeClr val="dk1"/>
            </a:solidFill>
            <a:ln cap="flat" cmpd="sng" w="15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7150" lIns="147150" spcFirstLastPara="1" rIns="147150" wrap="square" tIns="1471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53"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pic>
          <p:nvPicPr>
            <p:cNvPr id="2018" name="Google Shape;2018;p63"/>
            <p:cNvPicPr preferRelativeResize="0"/>
            <p:nvPr/>
          </p:nvPicPr>
          <p:blipFill rotWithShape="1">
            <a:blip r:embed="rId3">
              <a:alphaModFix/>
            </a:blip>
            <a:srcRect b="0" l="0" r="0" t="71289"/>
            <a:stretch/>
          </p:blipFill>
          <p:spPr>
            <a:xfrm>
              <a:off x="2815050" y="1155863"/>
              <a:ext cx="3364000" cy="6668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64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Ajouts </a:t>
            </a:r>
            <a:r>
              <a:rPr lang="fr">
                <a:solidFill>
                  <a:schemeClr val="dk1"/>
                </a:solidFill>
              </a:rPr>
              <a:t>des tickets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4" name="Google Shape;202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5925"/>
            <a:ext cx="8839199" cy="2772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65"/>
          <p:cNvSpPr txBox="1"/>
          <p:nvPr>
            <p:ph type="title"/>
          </p:nvPr>
        </p:nvSpPr>
        <p:spPr>
          <a:xfrm>
            <a:off x="252300" y="2060800"/>
            <a:ext cx="4199100" cy="16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chemeClr val="dk2"/>
                </a:solidFill>
              </a:rPr>
              <a:t>Résolution</a:t>
            </a:r>
            <a:r>
              <a:rPr lang="fr" sz="4200"/>
              <a:t> des Incidents et des Demandes</a:t>
            </a:r>
            <a:endParaRPr sz="4200"/>
          </a:p>
        </p:txBody>
      </p:sp>
      <p:grpSp>
        <p:nvGrpSpPr>
          <p:cNvPr id="2030" name="Google Shape;2030;p65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031" name="Google Shape;2031;p65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9" name="Google Shape;2049;p65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050" name="Google Shape;2050;p65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1" name="Google Shape;2051;p65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2" name="Google Shape;2052;p65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3" name="Google Shape;2053;p65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4" name="Google Shape;2054;p65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5" name="Google Shape;2055;p65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56" name="Google Shape;2056;p65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057" name="Google Shape;2057;p65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8" name="Google Shape;2058;p65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9" name="Google Shape;2059;p65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60" name="Google Shape;2060;p65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66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Résolutions </a:t>
            </a:r>
            <a:r>
              <a:rPr lang="fr">
                <a:solidFill>
                  <a:schemeClr val="dk1"/>
                </a:solidFill>
              </a:rPr>
              <a:t>d</a:t>
            </a:r>
            <a:r>
              <a:rPr lang="fr">
                <a:solidFill>
                  <a:schemeClr val="dk1"/>
                </a:solidFill>
              </a:rPr>
              <a:t>es </a:t>
            </a:r>
            <a:r>
              <a:rPr lang="fr">
                <a:solidFill>
                  <a:schemeClr val="dk1"/>
                </a:solidFill>
              </a:rPr>
              <a:t>Incidents et Demandes </a:t>
            </a:r>
            <a:r>
              <a:rPr lang="fr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41" name="Google Shape;21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613" y="1577050"/>
            <a:ext cx="7440775" cy="16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299" y="3259582"/>
            <a:ext cx="7511075" cy="1848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67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Résolutions </a:t>
            </a:r>
            <a:r>
              <a:rPr lang="fr">
                <a:solidFill>
                  <a:schemeClr val="dk1"/>
                </a:solidFill>
              </a:rPr>
              <a:t>des Incidents et Demandes 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48" name="Google Shape;214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00" y="1772375"/>
            <a:ext cx="406717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9" name="Google Shape;2149;p67" title="Copie d'écran_20251017_1326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800" y="3351225"/>
            <a:ext cx="4067175" cy="1234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0" name="Google Shape;2150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5775" y="2960575"/>
            <a:ext cx="4538225" cy="29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4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68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Résolutions </a:t>
            </a:r>
            <a:r>
              <a:rPr lang="fr">
                <a:solidFill>
                  <a:schemeClr val="dk1"/>
                </a:solidFill>
              </a:rPr>
              <a:t>des Incidents et Demandes 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56" name="Google Shape;215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250" y="1585175"/>
            <a:ext cx="7131501" cy="34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69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Résolutions </a:t>
            </a:r>
            <a:r>
              <a:rPr lang="fr">
                <a:solidFill>
                  <a:schemeClr val="dk1"/>
                </a:solidFill>
              </a:rPr>
              <a:t>des Incidents et Demandes ?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62" name="Google Shape;2162;p69" title="Copie d'écran_20251017_1331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847425"/>
            <a:ext cx="8534400" cy="25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Base de connaissances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68" name="Google Shape;2168;p70"/>
          <p:cNvSpPr/>
          <p:nvPr/>
        </p:nvSpPr>
        <p:spPr>
          <a:xfrm>
            <a:off x="3255300" y="1249900"/>
            <a:ext cx="2633400" cy="478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Nouveautés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cxnSp>
        <p:nvCxnSpPr>
          <p:cNvPr id="2169" name="Google Shape;2169;p70"/>
          <p:cNvCxnSpPr>
            <a:stCxn id="2168" idx="2"/>
            <a:endCxn id="2170" idx="0"/>
          </p:cNvCxnSpPr>
          <p:nvPr/>
        </p:nvCxnSpPr>
        <p:spPr>
          <a:xfrm rot="5400000">
            <a:off x="3043350" y="771550"/>
            <a:ext cx="571500" cy="24858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1" name="Google Shape;2171;p70"/>
          <p:cNvCxnSpPr>
            <a:stCxn id="2168" idx="2"/>
            <a:endCxn id="2172" idx="0"/>
          </p:cNvCxnSpPr>
          <p:nvPr/>
        </p:nvCxnSpPr>
        <p:spPr>
          <a:xfrm flipH="1" rot="-5400000">
            <a:off x="4286550" y="2014150"/>
            <a:ext cx="571500" cy="6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3" name="Google Shape;2173;p70"/>
          <p:cNvCxnSpPr>
            <a:stCxn id="2168" idx="2"/>
            <a:endCxn id="2174" idx="0"/>
          </p:cNvCxnSpPr>
          <p:nvPr/>
        </p:nvCxnSpPr>
        <p:spPr>
          <a:xfrm flipH="1" rot="-5400000">
            <a:off x="5529150" y="771550"/>
            <a:ext cx="571500" cy="24858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0" name="Google Shape;2170;p70"/>
          <p:cNvSpPr txBox="1"/>
          <p:nvPr/>
        </p:nvSpPr>
        <p:spPr>
          <a:xfrm>
            <a:off x="1001312" y="2300225"/>
            <a:ext cx="2169600" cy="60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Guide sur l’IA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172" name="Google Shape;2172;p70"/>
          <p:cNvSpPr txBox="1"/>
          <p:nvPr/>
        </p:nvSpPr>
        <p:spPr>
          <a:xfrm>
            <a:off x="3487200" y="2300225"/>
            <a:ext cx="2169600" cy="60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Machine infectée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  <p:sp>
        <p:nvSpPr>
          <p:cNvPr id="2174" name="Google Shape;2174;p70"/>
          <p:cNvSpPr txBox="1"/>
          <p:nvPr/>
        </p:nvSpPr>
        <p:spPr>
          <a:xfrm>
            <a:off x="5973088" y="2300225"/>
            <a:ext cx="2169600" cy="603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000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rPr>
              <a:t>Phishing</a:t>
            </a:r>
            <a:endParaRPr b="1" sz="2000">
              <a:solidFill>
                <a:schemeClr val="dk1"/>
              </a:solidFill>
              <a:latin typeface="Be Vietnam Pro"/>
              <a:ea typeface="Be Vietnam Pro"/>
              <a:cs typeface="Be Vietnam Pro"/>
              <a:sym typeface="Be Vietnam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8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71"/>
          <p:cNvSpPr txBox="1"/>
          <p:nvPr>
            <p:ph type="title"/>
          </p:nvPr>
        </p:nvSpPr>
        <p:spPr>
          <a:xfrm>
            <a:off x="195375" y="2060800"/>
            <a:ext cx="3767400" cy="8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/>
              <a:t>Guide IA</a:t>
            </a:r>
            <a:endParaRPr sz="4400"/>
          </a:p>
        </p:txBody>
      </p:sp>
      <p:sp>
        <p:nvSpPr>
          <p:cNvPr id="2180" name="Google Shape;2180;p71"/>
          <p:cNvSpPr txBox="1"/>
          <p:nvPr>
            <p:ph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grpSp>
        <p:nvGrpSpPr>
          <p:cNvPr id="2181" name="Google Shape;2181;p71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182" name="Google Shape;2182;p71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71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71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71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71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71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71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71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71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71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71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71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71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71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71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71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71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71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00" name="Google Shape;2200;p71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201" name="Google Shape;2201;p7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2" name="Google Shape;2202;p7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3" name="Google Shape;2203;p7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4" name="Google Shape;2204;p7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7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6" name="Google Shape;2206;p7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7" name="Google Shape;2207;p71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208" name="Google Shape;2208;p71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9" name="Google Shape;2209;p71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0" name="Google Shape;2210;p71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11" name="Google Shape;2211;p71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71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71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71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71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71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71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71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71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71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71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71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71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71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71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71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71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71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71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71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71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71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71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71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71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71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71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71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71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71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71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71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71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71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71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71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71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71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71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71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71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71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71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71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71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71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71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71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71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71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71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71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71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71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71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71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71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71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71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71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71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71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71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71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71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71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71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71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71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71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71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71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71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71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71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71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0" name="Shape 2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Google Shape;2291;p72"/>
          <p:cNvSpPr txBox="1"/>
          <p:nvPr>
            <p:ph type="title"/>
          </p:nvPr>
        </p:nvSpPr>
        <p:spPr>
          <a:xfrm>
            <a:off x="855075" y="669600"/>
            <a:ext cx="3244200" cy="118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Demande </a:t>
            </a:r>
            <a:r>
              <a:rPr lang="fr">
                <a:solidFill>
                  <a:schemeClr val="dk1"/>
                </a:solidFill>
              </a:rPr>
              <a:t>des développeurs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92" name="Google Shape;2292;p7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5930" r="15930" t="0"/>
          <a:stretch/>
        </p:blipFill>
        <p:spPr>
          <a:xfrm>
            <a:off x="4962625" y="722850"/>
            <a:ext cx="3753000" cy="3697800"/>
          </a:xfrm>
          <a:prstGeom prst="ellipse">
            <a:avLst/>
          </a:prstGeom>
        </p:spPr>
      </p:pic>
      <p:pic>
        <p:nvPicPr>
          <p:cNvPr id="2293" name="Google Shape;2293;p72"/>
          <p:cNvPicPr preferRelativeResize="0"/>
          <p:nvPr/>
        </p:nvPicPr>
        <p:blipFill rotWithShape="1">
          <a:blip r:embed="rId4">
            <a:alphaModFix/>
          </a:blip>
          <a:srcRect b="0" l="10913" r="0" t="6208"/>
          <a:stretch/>
        </p:blipFill>
        <p:spPr>
          <a:xfrm>
            <a:off x="133300" y="2229950"/>
            <a:ext cx="4687749" cy="160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73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Guide Pratique de l’IA </a:t>
            </a:r>
            <a:r>
              <a:rPr lang="fr">
                <a:solidFill>
                  <a:schemeClr val="dk1"/>
                </a:solidFill>
              </a:rPr>
              <a:t>pour les Développeur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299" name="Google Shape;229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313" y="1747975"/>
            <a:ext cx="56673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0" name="Google Shape;230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2850" y="2317550"/>
            <a:ext cx="48672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1" name="Google Shape;230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2313" y="3157725"/>
            <a:ext cx="2619375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5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74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Guide Pratique de l’IA </a:t>
            </a:r>
            <a:r>
              <a:rPr lang="fr">
                <a:solidFill>
                  <a:schemeClr val="dk1"/>
                </a:solidFill>
              </a:rPr>
              <a:t>pour les Développeur</a:t>
            </a:r>
            <a:endParaRPr/>
          </a:p>
        </p:txBody>
      </p:sp>
      <p:pic>
        <p:nvPicPr>
          <p:cNvPr id="2307" name="Google Shape;230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7113" y="2130475"/>
            <a:ext cx="5438775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p75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Guide Pratique de l’IA </a:t>
            </a:r>
            <a:r>
              <a:rPr lang="fr">
                <a:solidFill>
                  <a:schemeClr val="dk1"/>
                </a:solidFill>
              </a:rPr>
              <a:t>pour les Développeur</a:t>
            </a:r>
            <a:endParaRPr/>
          </a:p>
        </p:txBody>
      </p:sp>
      <p:pic>
        <p:nvPicPr>
          <p:cNvPr id="2313" name="Google Shape;231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7363" y="2086150"/>
            <a:ext cx="56292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7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76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Guide Pratique de l’IA </a:t>
            </a:r>
            <a:r>
              <a:rPr lang="fr">
                <a:solidFill>
                  <a:schemeClr val="dk1"/>
                </a:solidFill>
              </a:rPr>
              <a:t>pour les Développeur</a:t>
            </a:r>
            <a:endParaRPr/>
          </a:p>
        </p:txBody>
      </p:sp>
      <p:pic>
        <p:nvPicPr>
          <p:cNvPr id="2319" name="Google Shape;231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9313" y="1699125"/>
            <a:ext cx="4905375" cy="33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77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Guide Pratique de l’IA </a:t>
            </a:r>
            <a:r>
              <a:rPr lang="fr">
                <a:solidFill>
                  <a:schemeClr val="dk1"/>
                </a:solidFill>
              </a:rPr>
              <a:t>pour les Développeur</a:t>
            </a:r>
            <a:endParaRPr/>
          </a:p>
        </p:txBody>
      </p:sp>
      <p:pic>
        <p:nvPicPr>
          <p:cNvPr id="2325" name="Google Shape;232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025" y="1813050"/>
            <a:ext cx="569595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78"/>
          <p:cNvSpPr txBox="1"/>
          <p:nvPr>
            <p:ph type="title"/>
          </p:nvPr>
        </p:nvSpPr>
        <p:spPr>
          <a:xfrm>
            <a:off x="195275" y="2215475"/>
            <a:ext cx="3767400" cy="126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/>
              <a:t>Machine infectée</a:t>
            </a:r>
            <a:endParaRPr sz="4400"/>
          </a:p>
        </p:txBody>
      </p:sp>
      <p:sp>
        <p:nvSpPr>
          <p:cNvPr id="2331" name="Google Shape;2331;p78"/>
          <p:cNvSpPr txBox="1"/>
          <p:nvPr>
            <p:ph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grpSp>
        <p:nvGrpSpPr>
          <p:cNvPr id="2332" name="Google Shape;2332;p78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333" name="Google Shape;2333;p78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78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78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78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78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78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78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78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78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78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78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78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78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78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78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78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78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78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1" name="Google Shape;2351;p78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352" name="Google Shape;2352;p78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3" name="Google Shape;2353;p78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4" name="Google Shape;2354;p78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78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78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7" name="Google Shape;2357;p78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8" name="Google Shape;2358;p78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359" name="Google Shape;2359;p78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78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1" name="Google Shape;2361;p78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362" name="Google Shape;2362;p78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78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78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78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78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78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78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78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78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78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78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78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78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78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78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78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78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78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78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78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78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78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78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78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78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78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78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78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78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78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78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78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78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78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78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78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78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78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78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78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78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78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78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78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78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78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78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78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78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78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78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78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78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78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78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78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78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78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78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78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78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78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78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78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78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78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78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78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78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78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78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78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78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78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78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78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1" name="Shape 2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2" name="Google Shape;2442;p79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</a:t>
            </a:r>
            <a:r>
              <a:rPr lang="fr">
                <a:solidFill>
                  <a:schemeClr val="dk1"/>
                </a:solidFill>
              </a:rPr>
              <a:t>infectée</a:t>
            </a:r>
            <a:endParaRPr/>
          </a:p>
        </p:txBody>
      </p:sp>
      <p:pic>
        <p:nvPicPr>
          <p:cNvPr id="2443" name="Google Shape;244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" y="1935175"/>
            <a:ext cx="8515350" cy="23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80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</a:t>
            </a:r>
            <a:r>
              <a:rPr lang="fr">
                <a:solidFill>
                  <a:schemeClr val="dk1"/>
                </a:solidFill>
              </a:rPr>
              <a:t>infectée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9" name="Google Shape;244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938" y="1218950"/>
            <a:ext cx="7477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0" name="Google Shape;2450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6425" y="2446525"/>
            <a:ext cx="5191125" cy="22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1" name="Google Shape;2451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1413" y="1860425"/>
            <a:ext cx="1781175" cy="3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81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Machine </a:t>
            </a:r>
            <a:r>
              <a:rPr lang="fr">
                <a:solidFill>
                  <a:schemeClr val="dk1"/>
                </a:solidFill>
              </a:rPr>
              <a:t>infectée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7" name="Google Shape;245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988" y="1503800"/>
            <a:ext cx="782002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1" name="Shape 2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" name="Google Shape;2462;p82"/>
          <p:cNvSpPr txBox="1"/>
          <p:nvPr>
            <p:ph type="title"/>
          </p:nvPr>
        </p:nvSpPr>
        <p:spPr>
          <a:xfrm>
            <a:off x="195375" y="2060800"/>
            <a:ext cx="3767400" cy="8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/>
              <a:t>Phishing</a:t>
            </a:r>
            <a:endParaRPr sz="4400"/>
          </a:p>
        </p:txBody>
      </p:sp>
      <p:sp>
        <p:nvSpPr>
          <p:cNvPr id="2463" name="Google Shape;2463;p82"/>
          <p:cNvSpPr txBox="1"/>
          <p:nvPr>
            <p:ph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03</a:t>
            </a:r>
            <a:endParaRPr/>
          </a:p>
        </p:txBody>
      </p:sp>
      <p:grpSp>
        <p:nvGrpSpPr>
          <p:cNvPr id="2464" name="Google Shape;2464;p82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465" name="Google Shape;2465;p82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82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82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82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82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82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82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82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82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82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82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82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82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82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82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82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82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82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83" name="Google Shape;2483;p82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484" name="Google Shape;2484;p82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5" name="Google Shape;2485;p82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6" name="Google Shape;2486;p82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7" name="Google Shape;2487;p82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8" name="Google Shape;2488;p82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9" name="Google Shape;2489;p82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0" name="Google Shape;2490;p82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491" name="Google Shape;2491;p82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2" name="Google Shape;2492;p82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3" name="Google Shape;2493;p82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94" name="Google Shape;2494;p82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82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82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82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82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82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82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82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82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82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82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82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82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82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82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82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82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82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82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82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82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82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82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82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82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82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82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82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82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82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82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82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82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82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82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82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82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82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82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82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82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82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82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82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82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82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82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82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82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82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82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82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82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82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82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82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82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82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82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82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82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82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82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82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82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82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82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82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82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82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82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82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82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82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82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82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83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</p:txBody>
      </p:sp>
      <p:pic>
        <p:nvPicPr>
          <p:cNvPr id="2575" name="Google Shape;257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75" y="1868225"/>
            <a:ext cx="8582025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9" name="Shape 2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Google Shape;2580;p84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1" name="Google Shape;258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800" y="1568900"/>
            <a:ext cx="66294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2" name="Google Shape;258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3625" y="2213300"/>
            <a:ext cx="3457575" cy="235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3" name="Google Shape;2583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75" y="2724450"/>
            <a:ext cx="3746380" cy="27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4" name="Google Shape;2584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775" y="3219165"/>
            <a:ext cx="1572950" cy="3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8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9" name="Google Shape;2589;p85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0" name="Google Shape;259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313" y="2074825"/>
            <a:ext cx="5667375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4" name="Shape 2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5" name="Google Shape;2595;p86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6" name="Google Shape;259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850" y="1707250"/>
            <a:ext cx="8277301" cy="26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87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2" name="Google Shape;260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225" y="1690975"/>
            <a:ext cx="7829550" cy="20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06" name="Shape 2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7" name="Google Shape;2607;p88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8" name="Google Shape;260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2016525"/>
            <a:ext cx="811530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89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Mail suspect </a:t>
            </a:r>
            <a:r>
              <a:rPr lang="fr">
                <a:solidFill>
                  <a:schemeClr val="dk1"/>
                </a:solidFill>
              </a:rPr>
              <a:t>de Phishing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4" name="Google Shape;26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13075"/>
            <a:ext cx="8839200" cy="1587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p90"/>
          <p:cNvSpPr txBox="1"/>
          <p:nvPr>
            <p:ph type="title"/>
          </p:nvPr>
        </p:nvSpPr>
        <p:spPr>
          <a:xfrm>
            <a:off x="252300" y="2060800"/>
            <a:ext cx="3710400" cy="160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200">
                <a:solidFill>
                  <a:schemeClr val="dk2"/>
                </a:solidFill>
              </a:rPr>
              <a:t>Amélioration</a:t>
            </a:r>
            <a:r>
              <a:rPr lang="fr" sz="4200"/>
              <a:t> </a:t>
            </a:r>
            <a:r>
              <a:rPr lang="fr" sz="4200">
                <a:solidFill>
                  <a:schemeClr val="dk2"/>
                </a:solidFill>
              </a:rPr>
              <a:t>Continue</a:t>
            </a:r>
            <a:r>
              <a:rPr lang="fr" sz="4200"/>
              <a:t> du Service</a:t>
            </a:r>
            <a:endParaRPr sz="4200"/>
          </a:p>
        </p:txBody>
      </p:sp>
      <p:grpSp>
        <p:nvGrpSpPr>
          <p:cNvPr id="2620" name="Google Shape;2620;p90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621" name="Google Shape;2621;p90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90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90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90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90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90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90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90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90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90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90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90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90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90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90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90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90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90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9" name="Google Shape;2639;p90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640" name="Google Shape;2640;p90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1" name="Google Shape;2641;p90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2" name="Google Shape;2642;p90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3" name="Google Shape;2643;p90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4" name="Google Shape;2644;p90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5" name="Google Shape;2645;p90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6" name="Google Shape;2646;p90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647" name="Google Shape;2647;p90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8" name="Google Shape;2648;p90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9" name="Google Shape;2649;p90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50" name="Google Shape;2650;p90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90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90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90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90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90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90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90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90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90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90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90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90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90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90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90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90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90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90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90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90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90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90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90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90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90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90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90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90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90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90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90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90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90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90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90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90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90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90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90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90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90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90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90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90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90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90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90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90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90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90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90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90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90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90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90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90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90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90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90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90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90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90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90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90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90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90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90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90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90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90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90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90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90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90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90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9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0" name="Google Shape;2730;p91"/>
          <p:cNvSpPr txBox="1"/>
          <p:nvPr>
            <p:ph type="title"/>
          </p:nvPr>
        </p:nvSpPr>
        <p:spPr>
          <a:xfrm>
            <a:off x="195375" y="2060800"/>
            <a:ext cx="3767400" cy="8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/>
              <a:t>Logigramme</a:t>
            </a:r>
            <a:endParaRPr sz="4400"/>
          </a:p>
        </p:txBody>
      </p:sp>
      <p:sp>
        <p:nvSpPr>
          <p:cNvPr id="2731" name="Google Shape;2731;p91"/>
          <p:cNvSpPr txBox="1"/>
          <p:nvPr>
            <p:ph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01</a:t>
            </a:r>
            <a:endParaRPr/>
          </a:p>
        </p:txBody>
      </p:sp>
      <p:grpSp>
        <p:nvGrpSpPr>
          <p:cNvPr id="2732" name="Google Shape;2732;p91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733" name="Google Shape;2733;p91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91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91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91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91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91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91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91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91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91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91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91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91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91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91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91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91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91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51" name="Google Shape;2751;p91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752" name="Google Shape;2752;p91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3" name="Google Shape;2753;p91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4" name="Google Shape;2754;p91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5" name="Google Shape;2755;p91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6" name="Google Shape;2756;p91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7" name="Google Shape;2757;p91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8" name="Google Shape;2758;p91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759" name="Google Shape;2759;p91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0" name="Google Shape;2760;p91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1" name="Google Shape;2761;p91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62" name="Google Shape;2762;p91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91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91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91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91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91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91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91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91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91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91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91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91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91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91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91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91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91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91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91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91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91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91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91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91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91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91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91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91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91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91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91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91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91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91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91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91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91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91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91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91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91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91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91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91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91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91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91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91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91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91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91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91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91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91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91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91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91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91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91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91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91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91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91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91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91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91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91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91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91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91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91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91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91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91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91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1" name="Shape 2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2" name="Google Shape;2842;p92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Logigramme</a:t>
            </a:r>
            <a:r>
              <a:rPr lang="fr"/>
              <a:t> </a:t>
            </a:r>
            <a:r>
              <a:rPr lang="fr">
                <a:solidFill>
                  <a:schemeClr val="dk1"/>
                </a:solidFill>
              </a:rPr>
              <a:t>N 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3" name="Google Shape;284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563" y="1088725"/>
            <a:ext cx="6238875" cy="362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7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93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Logigramme </a:t>
            </a:r>
            <a:r>
              <a:rPr lang="fr">
                <a:solidFill>
                  <a:schemeClr val="dk1"/>
                </a:solidFill>
              </a:rPr>
              <a:t>N 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49" name="Google Shape;284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9188" y="1186400"/>
            <a:ext cx="477463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3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p94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Logigramme </a:t>
            </a:r>
            <a:r>
              <a:rPr lang="fr">
                <a:solidFill>
                  <a:schemeClr val="dk1"/>
                </a:solidFill>
              </a:rPr>
              <a:t>N 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55" name="Google Shape;285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000" y="1284050"/>
            <a:ext cx="41910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95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Logigramme </a:t>
            </a:r>
            <a:r>
              <a:rPr lang="fr">
                <a:solidFill>
                  <a:schemeClr val="dk1"/>
                </a:solidFill>
              </a:rPr>
              <a:t>N 1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1" name="Google Shape;286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2273" y="1898750"/>
            <a:ext cx="4961250" cy="30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2" name="Google Shape;286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825" y="1120638"/>
            <a:ext cx="41529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6" name="Shape 2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Google Shape;2867;p96"/>
          <p:cNvSpPr txBox="1"/>
          <p:nvPr>
            <p:ph type="title"/>
          </p:nvPr>
        </p:nvSpPr>
        <p:spPr>
          <a:xfrm>
            <a:off x="195375" y="2060800"/>
            <a:ext cx="3767400" cy="87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4400"/>
              <a:t>Agent GLPI</a:t>
            </a:r>
            <a:endParaRPr sz="4400"/>
          </a:p>
        </p:txBody>
      </p:sp>
      <p:sp>
        <p:nvSpPr>
          <p:cNvPr id="2868" name="Google Shape;2868;p96"/>
          <p:cNvSpPr txBox="1"/>
          <p:nvPr>
            <p:ph idx="2" type="title"/>
          </p:nvPr>
        </p:nvSpPr>
        <p:spPr>
          <a:xfrm>
            <a:off x="1382375" y="949888"/>
            <a:ext cx="2580300" cy="1335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02</a:t>
            </a:r>
            <a:endParaRPr/>
          </a:p>
        </p:txBody>
      </p:sp>
      <p:grpSp>
        <p:nvGrpSpPr>
          <p:cNvPr id="2869" name="Google Shape;2869;p96"/>
          <p:cNvGrpSpPr/>
          <p:nvPr/>
        </p:nvGrpSpPr>
        <p:grpSpPr>
          <a:xfrm>
            <a:off x="4807198" y="534991"/>
            <a:ext cx="2977490" cy="4073523"/>
            <a:chOff x="5340598" y="534991"/>
            <a:chExt cx="2977490" cy="4073523"/>
          </a:xfrm>
        </p:grpSpPr>
        <p:sp>
          <p:nvSpPr>
            <p:cNvPr id="2870" name="Google Shape;2870;p96"/>
            <p:cNvSpPr/>
            <p:nvPr/>
          </p:nvSpPr>
          <p:spPr>
            <a:xfrm>
              <a:off x="6226022" y="1345721"/>
              <a:ext cx="1205831" cy="719438"/>
            </a:xfrm>
            <a:custGeom>
              <a:rect b="b" l="l" r="r" t="t"/>
              <a:pathLst>
                <a:path extrusionOk="0" h="13716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12926"/>
                  </a:lnTo>
                  <a:cubicBezTo>
                    <a:pt x="1" y="13366"/>
                    <a:pt x="352" y="13715"/>
                    <a:pt x="783" y="13715"/>
                  </a:cubicBezTo>
                  <a:cubicBezTo>
                    <a:pt x="808" y="13715"/>
                    <a:pt x="833" y="13714"/>
                    <a:pt x="859" y="13712"/>
                  </a:cubicBezTo>
                  <a:cubicBezTo>
                    <a:pt x="4145" y="13479"/>
                    <a:pt x="7736" y="13348"/>
                    <a:pt x="11502" y="13348"/>
                  </a:cubicBezTo>
                  <a:cubicBezTo>
                    <a:pt x="15253" y="13348"/>
                    <a:pt x="18859" y="13479"/>
                    <a:pt x="22145" y="13712"/>
                  </a:cubicBezTo>
                  <a:cubicBezTo>
                    <a:pt x="22169" y="13714"/>
                    <a:pt x="22194" y="13715"/>
                    <a:pt x="22218" y="13715"/>
                  </a:cubicBezTo>
                  <a:cubicBezTo>
                    <a:pt x="22637" y="13715"/>
                    <a:pt x="22988" y="13366"/>
                    <a:pt x="22988" y="12926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96"/>
            <p:cNvSpPr/>
            <p:nvPr/>
          </p:nvSpPr>
          <p:spPr>
            <a:xfrm>
              <a:off x="5888952" y="4454358"/>
              <a:ext cx="1880737" cy="146500"/>
            </a:xfrm>
            <a:custGeom>
              <a:rect b="b" l="l" r="r" t="t"/>
              <a:pathLst>
                <a:path extrusionOk="0" h="2793" w="35856">
                  <a:moveTo>
                    <a:pt x="989" y="1"/>
                  </a:moveTo>
                  <a:cubicBezTo>
                    <a:pt x="451" y="1"/>
                    <a:pt x="0" y="451"/>
                    <a:pt x="0" y="1004"/>
                  </a:cubicBezTo>
                  <a:lnTo>
                    <a:pt x="0" y="2792"/>
                  </a:lnTo>
                  <a:lnTo>
                    <a:pt x="35855" y="2792"/>
                  </a:lnTo>
                  <a:lnTo>
                    <a:pt x="35855" y="1004"/>
                  </a:lnTo>
                  <a:cubicBezTo>
                    <a:pt x="35855" y="451"/>
                    <a:pt x="35404" y="1"/>
                    <a:pt x="348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96"/>
            <p:cNvSpPr/>
            <p:nvPr/>
          </p:nvSpPr>
          <p:spPr>
            <a:xfrm>
              <a:off x="6226022" y="1345721"/>
              <a:ext cx="1205831" cy="127407"/>
            </a:xfrm>
            <a:custGeom>
              <a:rect b="b" l="l" r="r" t="t"/>
              <a:pathLst>
                <a:path extrusionOk="0" h="2429" w="22989">
                  <a:moveTo>
                    <a:pt x="11502" y="1"/>
                  </a:moveTo>
                  <a:cubicBezTo>
                    <a:pt x="7707" y="1"/>
                    <a:pt x="4072" y="131"/>
                    <a:pt x="742" y="379"/>
                  </a:cubicBezTo>
                  <a:cubicBezTo>
                    <a:pt x="335" y="408"/>
                    <a:pt x="1" y="757"/>
                    <a:pt x="1" y="1178"/>
                  </a:cubicBezTo>
                  <a:lnTo>
                    <a:pt x="1" y="2429"/>
                  </a:lnTo>
                  <a:cubicBezTo>
                    <a:pt x="3519" y="2153"/>
                    <a:pt x="7401" y="1993"/>
                    <a:pt x="11502" y="1993"/>
                  </a:cubicBezTo>
                  <a:cubicBezTo>
                    <a:pt x="15587" y="1993"/>
                    <a:pt x="19484" y="2153"/>
                    <a:pt x="22988" y="2429"/>
                  </a:cubicBezTo>
                  <a:lnTo>
                    <a:pt x="22988" y="1178"/>
                  </a:lnTo>
                  <a:cubicBezTo>
                    <a:pt x="22988" y="757"/>
                    <a:pt x="22683" y="422"/>
                    <a:pt x="22261" y="379"/>
                  </a:cubicBezTo>
                  <a:cubicBezTo>
                    <a:pt x="18946" y="131"/>
                    <a:pt x="15311" y="1"/>
                    <a:pt x="115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96"/>
            <p:cNvSpPr/>
            <p:nvPr/>
          </p:nvSpPr>
          <p:spPr>
            <a:xfrm>
              <a:off x="7259471" y="1665271"/>
              <a:ext cx="62576" cy="343249"/>
            </a:xfrm>
            <a:custGeom>
              <a:rect b="b" l="l" r="r" t="t"/>
              <a:pathLst>
                <a:path extrusionOk="0" h="6544" w="1193">
                  <a:moveTo>
                    <a:pt x="0" y="1"/>
                  </a:moveTo>
                  <a:lnTo>
                    <a:pt x="0" y="6471"/>
                  </a:lnTo>
                  <a:cubicBezTo>
                    <a:pt x="393" y="6500"/>
                    <a:pt x="785" y="6515"/>
                    <a:pt x="1192" y="6544"/>
                  </a:cubicBezTo>
                  <a:lnTo>
                    <a:pt x="1192" y="73"/>
                  </a:lnTo>
                  <a:cubicBezTo>
                    <a:pt x="785" y="44"/>
                    <a:pt x="393" y="30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96"/>
            <p:cNvSpPr/>
            <p:nvPr/>
          </p:nvSpPr>
          <p:spPr>
            <a:xfrm>
              <a:off x="7128283" y="1532562"/>
              <a:ext cx="63363" cy="469083"/>
            </a:xfrm>
            <a:custGeom>
              <a:rect b="b" l="l" r="r" t="t"/>
              <a:pathLst>
                <a:path extrusionOk="0" h="8943" w="1208">
                  <a:moveTo>
                    <a:pt x="0" y="1"/>
                  </a:moveTo>
                  <a:lnTo>
                    <a:pt x="0" y="8899"/>
                  </a:lnTo>
                  <a:cubicBezTo>
                    <a:pt x="407" y="8914"/>
                    <a:pt x="800" y="8928"/>
                    <a:pt x="1207" y="8943"/>
                  </a:cubicBezTo>
                  <a:lnTo>
                    <a:pt x="1207" y="59"/>
                  </a:lnTo>
                  <a:cubicBezTo>
                    <a:pt x="800" y="30"/>
                    <a:pt x="407" y="15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96"/>
            <p:cNvSpPr/>
            <p:nvPr/>
          </p:nvSpPr>
          <p:spPr>
            <a:xfrm>
              <a:off x="6997830" y="1592832"/>
              <a:ext cx="63363" cy="404251"/>
            </a:xfrm>
            <a:custGeom>
              <a:rect b="b" l="l" r="r" t="t"/>
              <a:pathLst>
                <a:path extrusionOk="0" h="7707" w="1208">
                  <a:moveTo>
                    <a:pt x="1" y="0"/>
                  </a:moveTo>
                  <a:lnTo>
                    <a:pt x="1" y="7677"/>
                  </a:lnTo>
                  <a:cubicBezTo>
                    <a:pt x="408" y="7677"/>
                    <a:pt x="801" y="7692"/>
                    <a:pt x="1208" y="7707"/>
                  </a:cubicBezTo>
                  <a:lnTo>
                    <a:pt x="1208" y="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96"/>
            <p:cNvSpPr/>
            <p:nvPr/>
          </p:nvSpPr>
          <p:spPr>
            <a:xfrm>
              <a:off x="6868216" y="1653836"/>
              <a:ext cx="62576" cy="340207"/>
            </a:xfrm>
            <a:custGeom>
              <a:rect b="b" l="l" r="r" t="t"/>
              <a:pathLst>
                <a:path extrusionOk="0" h="6486" w="1193">
                  <a:moveTo>
                    <a:pt x="0" y="1"/>
                  </a:moveTo>
                  <a:lnTo>
                    <a:pt x="0" y="6471"/>
                  </a:lnTo>
                  <a:cubicBezTo>
                    <a:pt x="407" y="6471"/>
                    <a:pt x="800" y="6471"/>
                    <a:pt x="1192" y="6485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96"/>
            <p:cNvSpPr/>
            <p:nvPr/>
          </p:nvSpPr>
          <p:spPr>
            <a:xfrm>
              <a:off x="6737763" y="1717935"/>
              <a:ext cx="62628" cy="275323"/>
            </a:xfrm>
            <a:custGeom>
              <a:rect b="b" l="l" r="r" t="t"/>
              <a:pathLst>
                <a:path extrusionOk="0" h="5249" w="1194">
                  <a:moveTo>
                    <a:pt x="1" y="0"/>
                  </a:moveTo>
                  <a:lnTo>
                    <a:pt x="1" y="5249"/>
                  </a:lnTo>
                  <a:lnTo>
                    <a:pt x="1193" y="5249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96"/>
            <p:cNvSpPr/>
            <p:nvPr/>
          </p:nvSpPr>
          <p:spPr>
            <a:xfrm>
              <a:off x="7259471" y="1853686"/>
              <a:ext cx="62576" cy="154840"/>
            </a:xfrm>
            <a:custGeom>
              <a:rect b="b" l="l" r="r" t="t"/>
              <a:pathLst>
                <a:path extrusionOk="0" h="2952" w="1193">
                  <a:moveTo>
                    <a:pt x="0" y="0"/>
                  </a:moveTo>
                  <a:lnTo>
                    <a:pt x="0" y="2879"/>
                  </a:lnTo>
                  <a:cubicBezTo>
                    <a:pt x="393" y="2894"/>
                    <a:pt x="785" y="2937"/>
                    <a:pt x="1192" y="2952"/>
                  </a:cubicBezTo>
                  <a:lnTo>
                    <a:pt x="1192" y="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96"/>
            <p:cNvSpPr/>
            <p:nvPr/>
          </p:nvSpPr>
          <p:spPr>
            <a:xfrm>
              <a:off x="7128283" y="1697321"/>
              <a:ext cx="63363" cy="304329"/>
            </a:xfrm>
            <a:custGeom>
              <a:rect b="b" l="l" r="r" t="t"/>
              <a:pathLst>
                <a:path extrusionOk="0" h="5802" w="1208">
                  <a:moveTo>
                    <a:pt x="0" y="0"/>
                  </a:moveTo>
                  <a:lnTo>
                    <a:pt x="0" y="5744"/>
                  </a:lnTo>
                  <a:cubicBezTo>
                    <a:pt x="407" y="5758"/>
                    <a:pt x="800" y="5787"/>
                    <a:pt x="1207" y="5802"/>
                  </a:cubicBezTo>
                  <a:lnTo>
                    <a:pt x="1207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96"/>
            <p:cNvSpPr/>
            <p:nvPr/>
          </p:nvSpPr>
          <p:spPr>
            <a:xfrm>
              <a:off x="6997830" y="1758325"/>
              <a:ext cx="63363" cy="238764"/>
            </a:xfrm>
            <a:custGeom>
              <a:rect b="b" l="l" r="r" t="t"/>
              <a:pathLst>
                <a:path extrusionOk="0" h="4552" w="1208">
                  <a:moveTo>
                    <a:pt x="1" y="1"/>
                  </a:moveTo>
                  <a:lnTo>
                    <a:pt x="1" y="4522"/>
                  </a:lnTo>
                  <a:cubicBezTo>
                    <a:pt x="408" y="4522"/>
                    <a:pt x="801" y="4537"/>
                    <a:pt x="1208" y="4552"/>
                  </a:cubicBezTo>
                  <a:lnTo>
                    <a:pt x="1208" y="3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96"/>
            <p:cNvSpPr/>
            <p:nvPr/>
          </p:nvSpPr>
          <p:spPr>
            <a:xfrm>
              <a:off x="6868216" y="1776631"/>
              <a:ext cx="62576" cy="217416"/>
            </a:xfrm>
            <a:custGeom>
              <a:rect b="b" l="l" r="r" t="t"/>
              <a:pathLst>
                <a:path extrusionOk="0" h="4145" w="1193">
                  <a:moveTo>
                    <a:pt x="0" y="1"/>
                  </a:moveTo>
                  <a:lnTo>
                    <a:pt x="0" y="4130"/>
                  </a:lnTo>
                  <a:cubicBezTo>
                    <a:pt x="407" y="4130"/>
                    <a:pt x="800" y="4144"/>
                    <a:pt x="1192" y="4144"/>
                  </a:cubicBezTo>
                  <a:lnTo>
                    <a:pt x="1192" y="15"/>
                  </a:lnTo>
                  <a:cubicBezTo>
                    <a:pt x="800" y="1"/>
                    <a:pt x="393" y="1"/>
                    <a:pt x="0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96"/>
            <p:cNvSpPr/>
            <p:nvPr/>
          </p:nvSpPr>
          <p:spPr>
            <a:xfrm>
              <a:off x="6737763" y="1818594"/>
              <a:ext cx="62628" cy="174667"/>
            </a:xfrm>
            <a:custGeom>
              <a:rect b="b" l="l" r="r" t="t"/>
              <a:pathLst>
                <a:path extrusionOk="0" h="3330" w="1194">
                  <a:moveTo>
                    <a:pt x="1" y="0"/>
                  </a:moveTo>
                  <a:lnTo>
                    <a:pt x="1" y="3330"/>
                  </a:lnTo>
                  <a:lnTo>
                    <a:pt x="1193" y="3330"/>
                  </a:lnTo>
                  <a:lnTo>
                    <a:pt x="1193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96"/>
            <p:cNvSpPr/>
            <p:nvPr/>
          </p:nvSpPr>
          <p:spPr>
            <a:xfrm>
              <a:off x="6278633" y="1528786"/>
              <a:ext cx="375298" cy="51141"/>
            </a:xfrm>
            <a:custGeom>
              <a:rect b="b" l="l" r="r" t="t"/>
              <a:pathLst>
                <a:path extrusionOk="0" h="975" w="7155">
                  <a:moveTo>
                    <a:pt x="7155" y="0"/>
                  </a:moveTo>
                  <a:cubicBezTo>
                    <a:pt x="4697" y="44"/>
                    <a:pt x="2298" y="160"/>
                    <a:pt x="1" y="335"/>
                  </a:cubicBezTo>
                  <a:lnTo>
                    <a:pt x="1" y="974"/>
                  </a:lnTo>
                  <a:cubicBezTo>
                    <a:pt x="2298" y="814"/>
                    <a:pt x="4697" y="698"/>
                    <a:pt x="7155" y="640"/>
                  </a:cubicBezTo>
                  <a:lnTo>
                    <a:pt x="71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96"/>
            <p:cNvSpPr/>
            <p:nvPr/>
          </p:nvSpPr>
          <p:spPr>
            <a:xfrm>
              <a:off x="6278633" y="1598182"/>
              <a:ext cx="301340" cy="49620"/>
            </a:xfrm>
            <a:custGeom>
              <a:rect b="b" l="l" r="r" t="t"/>
              <a:pathLst>
                <a:path extrusionOk="0" h="946" w="5745">
                  <a:moveTo>
                    <a:pt x="5744" y="0"/>
                  </a:moveTo>
                  <a:cubicBezTo>
                    <a:pt x="3781" y="58"/>
                    <a:pt x="1862" y="160"/>
                    <a:pt x="1" y="306"/>
                  </a:cubicBezTo>
                  <a:lnTo>
                    <a:pt x="1" y="945"/>
                  </a:lnTo>
                  <a:cubicBezTo>
                    <a:pt x="1862" y="815"/>
                    <a:pt x="3781" y="713"/>
                    <a:pt x="5744" y="655"/>
                  </a:cubicBezTo>
                  <a:lnTo>
                    <a:pt x="574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96"/>
            <p:cNvSpPr/>
            <p:nvPr/>
          </p:nvSpPr>
          <p:spPr>
            <a:xfrm>
              <a:off x="6278633" y="1669887"/>
              <a:ext cx="205247" cy="45791"/>
            </a:xfrm>
            <a:custGeom>
              <a:rect b="b" l="l" r="r" t="t"/>
              <a:pathLst>
                <a:path extrusionOk="0" h="873" w="3913">
                  <a:moveTo>
                    <a:pt x="3912" y="0"/>
                  </a:moveTo>
                  <a:cubicBezTo>
                    <a:pt x="2589" y="58"/>
                    <a:pt x="1280" y="131"/>
                    <a:pt x="1" y="218"/>
                  </a:cubicBezTo>
                  <a:lnTo>
                    <a:pt x="1" y="872"/>
                  </a:lnTo>
                  <a:cubicBezTo>
                    <a:pt x="1266" y="771"/>
                    <a:pt x="2589" y="698"/>
                    <a:pt x="3912" y="640"/>
                  </a:cubicBezTo>
                  <a:lnTo>
                    <a:pt x="391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96"/>
            <p:cNvSpPr/>
            <p:nvPr/>
          </p:nvSpPr>
          <p:spPr>
            <a:xfrm>
              <a:off x="6278633" y="1798767"/>
              <a:ext cx="252506" cy="48099"/>
            </a:xfrm>
            <a:custGeom>
              <a:rect b="b" l="l" r="r" t="t"/>
              <a:pathLst>
                <a:path extrusionOk="0" h="917" w="4814">
                  <a:moveTo>
                    <a:pt x="4814" y="0"/>
                  </a:moveTo>
                  <a:cubicBezTo>
                    <a:pt x="3171" y="73"/>
                    <a:pt x="1557" y="146"/>
                    <a:pt x="1" y="262"/>
                  </a:cubicBezTo>
                  <a:lnTo>
                    <a:pt x="1" y="916"/>
                  </a:lnTo>
                  <a:cubicBezTo>
                    <a:pt x="1557" y="800"/>
                    <a:pt x="3171" y="713"/>
                    <a:pt x="4814" y="655"/>
                  </a:cubicBezTo>
                  <a:lnTo>
                    <a:pt x="481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96"/>
            <p:cNvSpPr/>
            <p:nvPr/>
          </p:nvSpPr>
          <p:spPr>
            <a:xfrm>
              <a:off x="6278633" y="1733147"/>
              <a:ext cx="336378" cy="50407"/>
            </a:xfrm>
            <a:custGeom>
              <a:rect b="b" l="l" r="r" t="t"/>
              <a:pathLst>
                <a:path extrusionOk="0" h="961" w="6413">
                  <a:moveTo>
                    <a:pt x="6413" y="1"/>
                  </a:moveTo>
                  <a:lnTo>
                    <a:pt x="6413" y="1"/>
                  </a:lnTo>
                  <a:cubicBezTo>
                    <a:pt x="4217" y="59"/>
                    <a:pt x="2066" y="161"/>
                    <a:pt x="1" y="306"/>
                  </a:cubicBezTo>
                  <a:lnTo>
                    <a:pt x="1" y="960"/>
                  </a:lnTo>
                  <a:cubicBezTo>
                    <a:pt x="2066" y="801"/>
                    <a:pt x="4203" y="699"/>
                    <a:pt x="6398" y="641"/>
                  </a:cubicBezTo>
                  <a:lnTo>
                    <a:pt x="641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88" name="Google Shape;2888;p96"/>
            <p:cNvGrpSpPr/>
            <p:nvPr/>
          </p:nvGrpSpPr>
          <p:grpSpPr>
            <a:xfrm>
              <a:off x="7686551" y="596782"/>
              <a:ext cx="501089" cy="503398"/>
              <a:chOff x="7686551" y="596782"/>
              <a:chExt cx="501089" cy="503398"/>
            </a:xfrm>
          </p:grpSpPr>
          <p:sp>
            <p:nvSpPr>
              <p:cNvPr id="2889" name="Google Shape;2889;p96"/>
              <p:cNvSpPr/>
              <p:nvPr/>
            </p:nvSpPr>
            <p:spPr>
              <a:xfrm>
                <a:off x="7819260" y="596782"/>
                <a:ext cx="368374" cy="368426"/>
              </a:xfrm>
              <a:custGeom>
                <a:rect b="b" l="l" r="r" t="t"/>
                <a:pathLst>
                  <a:path extrusionOk="0" fill="none" h="7024" w="7023">
                    <a:moveTo>
                      <a:pt x="0" y="1"/>
                    </a:moveTo>
                    <a:lnTo>
                      <a:pt x="7023" y="1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0" name="Google Shape;2890;p96"/>
              <p:cNvSpPr/>
              <p:nvPr/>
            </p:nvSpPr>
            <p:spPr>
              <a:xfrm>
                <a:off x="7686551" y="731799"/>
                <a:ext cx="368426" cy="368374"/>
              </a:xfrm>
              <a:custGeom>
                <a:rect b="b" l="l" r="r" t="t"/>
                <a:pathLst>
                  <a:path extrusionOk="0" fill="none" h="7023" w="7024">
                    <a:moveTo>
                      <a:pt x="0" y="0"/>
                    </a:moveTo>
                    <a:lnTo>
                      <a:pt x="7023" y="0"/>
                    </a:lnTo>
                    <a:lnTo>
                      <a:pt x="7023" y="7023"/>
                    </a:lnTo>
                    <a:lnTo>
                      <a:pt x="0" y="7023"/>
                    </a:lnTo>
                    <a:close/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1" name="Google Shape;2891;p96"/>
              <p:cNvSpPr/>
              <p:nvPr/>
            </p:nvSpPr>
            <p:spPr>
              <a:xfrm>
                <a:off x="8054936" y="596782"/>
                <a:ext cx="132705" cy="135065"/>
              </a:xfrm>
              <a:custGeom>
                <a:rect b="b" l="l" r="r" t="t"/>
                <a:pathLst>
                  <a:path extrusionOk="0" fill="none" h="2575" w="2530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2" name="Google Shape;2892;p96"/>
              <p:cNvSpPr/>
              <p:nvPr/>
            </p:nvSpPr>
            <p:spPr>
              <a:xfrm>
                <a:off x="8054936" y="965167"/>
                <a:ext cx="132705" cy="135013"/>
              </a:xfrm>
              <a:custGeom>
                <a:rect b="b" l="l" r="r" t="t"/>
                <a:pathLst>
                  <a:path extrusionOk="0" fill="none" h="2574" w="2530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3" name="Google Shape;2893;p96"/>
              <p:cNvSpPr/>
              <p:nvPr/>
            </p:nvSpPr>
            <p:spPr>
              <a:xfrm>
                <a:off x="7686551" y="965167"/>
                <a:ext cx="132757" cy="135013"/>
              </a:xfrm>
              <a:custGeom>
                <a:rect b="b" l="l" r="r" t="t"/>
                <a:pathLst>
                  <a:path extrusionOk="0" fill="none" h="2574" w="2531">
                    <a:moveTo>
                      <a:pt x="2530" y="0"/>
                    </a:moveTo>
                    <a:lnTo>
                      <a:pt x="0" y="2574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4" name="Google Shape;2894;p96"/>
              <p:cNvSpPr/>
              <p:nvPr/>
            </p:nvSpPr>
            <p:spPr>
              <a:xfrm>
                <a:off x="7686551" y="596782"/>
                <a:ext cx="132757" cy="135065"/>
              </a:xfrm>
              <a:custGeom>
                <a:rect b="b" l="l" r="r" t="t"/>
                <a:pathLst>
                  <a:path extrusionOk="0" fill="none" h="2575" w="2531">
                    <a:moveTo>
                      <a:pt x="0" y="2574"/>
                    </a:moveTo>
                    <a:lnTo>
                      <a:pt x="2530" y="1"/>
                    </a:lnTo>
                  </a:path>
                </a:pathLst>
              </a:custGeom>
              <a:noFill/>
              <a:ln cap="rnd" cmpd="sng" w="1905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95" name="Google Shape;2895;p96"/>
            <p:cNvGrpSpPr/>
            <p:nvPr/>
          </p:nvGrpSpPr>
          <p:grpSpPr>
            <a:xfrm>
              <a:off x="5734895" y="534991"/>
              <a:ext cx="626912" cy="626965"/>
              <a:chOff x="5734895" y="534991"/>
              <a:chExt cx="626912" cy="626965"/>
            </a:xfrm>
          </p:grpSpPr>
          <p:sp>
            <p:nvSpPr>
              <p:cNvPr id="2896" name="Google Shape;2896;p96"/>
              <p:cNvSpPr/>
              <p:nvPr/>
            </p:nvSpPr>
            <p:spPr>
              <a:xfrm>
                <a:off x="5734895" y="534991"/>
                <a:ext cx="626912" cy="626965"/>
              </a:xfrm>
              <a:custGeom>
                <a:rect b="b" l="l" r="r" t="t"/>
                <a:pathLst>
                  <a:path extrusionOk="0" fill="none" h="11953" w="11952">
                    <a:moveTo>
                      <a:pt x="11952" y="5977"/>
                    </a:moveTo>
                    <a:cubicBezTo>
                      <a:pt x="11952" y="9277"/>
                      <a:pt x="9276" y="11953"/>
                      <a:pt x="5976" y="11953"/>
                    </a:cubicBezTo>
                    <a:cubicBezTo>
                      <a:pt x="2675" y="11953"/>
                      <a:pt x="0" y="9277"/>
                      <a:pt x="0" y="5977"/>
                    </a:cubicBezTo>
                    <a:cubicBezTo>
                      <a:pt x="0" y="2676"/>
                      <a:pt x="2675" y="1"/>
                      <a:pt x="5976" y="1"/>
                    </a:cubicBezTo>
                    <a:cubicBezTo>
                      <a:pt x="9276" y="1"/>
                      <a:pt x="11952" y="2676"/>
                      <a:pt x="11952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7" name="Google Shape;2897;p96"/>
              <p:cNvSpPr/>
              <p:nvPr/>
            </p:nvSpPr>
            <p:spPr>
              <a:xfrm>
                <a:off x="5933171" y="534991"/>
                <a:ext cx="229585" cy="626965"/>
              </a:xfrm>
              <a:custGeom>
                <a:rect b="b" l="l" r="r" t="t"/>
                <a:pathLst>
                  <a:path extrusionOk="0" fill="none" h="11953" w="4377">
                    <a:moveTo>
                      <a:pt x="4377" y="5977"/>
                    </a:moveTo>
                    <a:cubicBezTo>
                      <a:pt x="4377" y="9277"/>
                      <a:pt x="3403" y="11953"/>
                      <a:pt x="2196" y="11953"/>
                    </a:cubicBezTo>
                    <a:cubicBezTo>
                      <a:pt x="989" y="11953"/>
                      <a:pt x="0" y="9277"/>
                      <a:pt x="0" y="5977"/>
                    </a:cubicBezTo>
                    <a:cubicBezTo>
                      <a:pt x="0" y="2676"/>
                      <a:pt x="989" y="1"/>
                      <a:pt x="2196" y="1"/>
                    </a:cubicBezTo>
                    <a:cubicBezTo>
                      <a:pt x="3403" y="1"/>
                      <a:pt x="4377" y="2676"/>
                      <a:pt x="4377" y="5977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8" name="Google Shape;2898;p96"/>
              <p:cNvSpPr/>
              <p:nvPr/>
            </p:nvSpPr>
            <p:spPr>
              <a:xfrm>
                <a:off x="5734895" y="734054"/>
                <a:ext cx="626912" cy="229637"/>
              </a:xfrm>
              <a:custGeom>
                <a:rect b="b" l="l" r="r" t="t"/>
                <a:pathLst>
                  <a:path extrusionOk="0" fill="none" h="4378" w="11952">
                    <a:moveTo>
                      <a:pt x="11952" y="2182"/>
                    </a:moveTo>
                    <a:cubicBezTo>
                      <a:pt x="11952" y="3388"/>
                      <a:pt x="9276" y="4377"/>
                      <a:pt x="5976" y="4377"/>
                    </a:cubicBezTo>
                    <a:cubicBezTo>
                      <a:pt x="2675" y="4377"/>
                      <a:pt x="0" y="3388"/>
                      <a:pt x="0" y="2182"/>
                    </a:cubicBezTo>
                    <a:cubicBezTo>
                      <a:pt x="0" y="975"/>
                      <a:pt x="2675" y="1"/>
                      <a:pt x="5976" y="1"/>
                    </a:cubicBezTo>
                    <a:cubicBezTo>
                      <a:pt x="9276" y="1"/>
                      <a:pt x="11952" y="975"/>
                      <a:pt x="11952" y="2182"/>
                    </a:cubicBezTo>
                    <a:close/>
                  </a:path>
                </a:pathLst>
              </a:custGeom>
              <a:noFill/>
              <a:ln cap="flat" cmpd="sng" w="19050">
                <a:solidFill>
                  <a:schemeClr val="lt2"/>
                </a:solidFill>
                <a:prstDash val="solid"/>
                <a:miter lim="14539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99" name="Google Shape;2899;p96"/>
            <p:cNvSpPr/>
            <p:nvPr/>
          </p:nvSpPr>
          <p:spPr>
            <a:xfrm>
              <a:off x="5705888" y="3205899"/>
              <a:ext cx="2246069" cy="182325"/>
            </a:xfrm>
            <a:custGeom>
              <a:rect b="b" l="l" r="r" t="t"/>
              <a:pathLst>
                <a:path extrusionOk="0" fill="none" h="3476" w="42821">
                  <a:moveTo>
                    <a:pt x="1" y="3475"/>
                  </a:moveTo>
                  <a:cubicBezTo>
                    <a:pt x="1" y="1556"/>
                    <a:pt x="9597" y="0"/>
                    <a:pt x="21418" y="0"/>
                  </a:cubicBezTo>
                  <a:cubicBezTo>
                    <a:pt x="33238" y="0"/>
                    <a:pt x="42820" y="1556"/>
                    <a:pt x="42820" y="3475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96"/>
            <p:cNvSpPr/>
            <p:nvPr/>
          </p:nvSpPr>
          <p:spPr>
            <a:xfrm>
              <a:off x="5857690" y="3818300"/>
              <a:ext cx="1943260" cy="130449"/>
            </a:xfrm>
            <a:custGeom>
              <a:rect b="b" l="l" r="r" t="t"/>
              <a:pathLst>
                <a:path extrusionOk="0" fill="none" h="2487" w="37048">
                  <a:moveTo>
                    <a:pt x="0" y="2487"/>
                  </a:moveTo>
                  <a:cubicBezTo>
                    <a:pt x="0" y="1106"/>
                    <a:pt x="8288" y="1"/>
                    <a:pt x="18524" y="1"/>
                  </a:cubicBezTo>
                  <a:cubicBezTo>
                    <a:pt x="28745" y="1"/>
                    <a:pt x="37047" y="1106"/>
                    <a:pt x="37047" y="2487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96"/>
            <p:cNvSpPr/>
            <p:nvPr/>
          </p:nvSpPr>
          <p:spPr>
            <a:xfrm>
              <a:off x="5522876" y="2558354"/>
              <a:ext cx="2612082" cy="235722"/>
            </a:xfrm>
            <a:custGeom>
              <a:rect b="b" l="l" r="r" t="t"/>
              <a:pathLst>
                <a:path extrusionOk="0" fill="none" h="4494" w="49799">
                  <a:moveTo>
                    <a:pt x="0" y="4494"/>
                  </a:moveTo>
                  <a:cubicBezTo>
                    <a:pt x="0" y="2007"/>
                    <a:pt x="11152" y="1"/>
                    <a:pt x="24907" y="1"/>
                  </a:cubicBezTo>
                  <a:cubicBezTo>
                    <a:pt x="38661" y="1"/>
                    <a:pt x="49799" y="2007"/>
                    <a:pt x="49799" y="4494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96"/>
            <p:cNvSpPr/>
            <p:nvPr/>
          </p:nvSpPr>
          <p:spPr>
            <a:xfrm>
              <a:off x="6472398" y="4166858"/>
              <a:ext cx="176188" cy="181538"/>
            </a:xfrm>
            <a:custGeom>
              <a:rect b="b" l="l" r="r" t="t"/>
              <a:pathLst>
                <a:path extrusionOk="0" h="3461" w="3359">
                  <a:moveTo>
                    <a:pt x="73" y="0"/>
                  </a:moveTo>
                  <a:lnTo>
                    <a:pt x="0" y="2908"/>
                  </a:lnTo>
                  <a:lnTo>
                    <a:pt x="3155" y="3461"/>
                  </a:lnTo>
                  <a:lnTo>
                    <a:pt x="3359" y="117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96"/>
            <p:cNvSpPr/>
            <p:nvPr/>
          </p:nvSpPr>
          <p:spPr>
            <a:xfrm>
              <a:off x="6158146" y="4290702"/>
              <a:ext cx="497302" cy="148441"/>
            </a:xfrm>
            <a:custGeom>
              <a:rect b="b" l="l" r="r" t="t"/>
              <a:pathLst>
                <a:path extrusionOk="0" h="2830" w="9481">
                  <a:moveTo>
                    <a:pt x="5891" y="0"/>
                  </a:moveTo>
                  <a:cubicBezTo>
                    <a:pt x="5569" y="0"/>
                    <a:pt x="5621" y="466"/>
                    <a:pt x="5220" y="867"/>
                  </a:cubicBezTo>
                  <a:cubicBezTo>
                    <a:pt x="5148" y="940"/>
                    <a:pt x="5061" y="1012"/>
                    <a:pt x="4973" y="1071"/>
                  </a:cubicBezTo>
                  <a:cubicBezTo>
                    <a:pt x="4930" y="1100"/>
                    <a:pt x="4886" y="1114"/>
                    <a:pt x="4857" y="1143"/>
                  </a:cubicBezTo>
                  <a:lnTo>
                    <a:pt x="4799" y="1158"/>
                  </a:lnTo>
                  <a:lnTo>
                    <a:pt x="4726" y="1201"/>
                  </a:lnTo>
                  <a:cubicBezTo>
                    <a:pt x="4639" y="1231"/>
                    <a:pt x="4552" y="1260"/>
                    <a:pt x="4464" y="1289"/>
                  </a:cubicBezTo>
                  <a:cubicBezTo>
                    <a:pt x="4363" y="1332"/>
                    <a:pt x="4261" y="1361"/>
                    <a:pt x="4145" y="1390"/>
                  </a:cubicBezTo>
                  <a:cubicBezTo>
                    <a:pt x="2661" y="1856"/>
                    <a:pt x="1" y="2379"/>
                    <a:pt x="1" y="2830"/>
                  </a:cubicBezTo>
                  <a:lnTo>
                    <a:pt x="9277" y="2830"/>
                  </a:lnTo>
                  <a:cubicBezTo>
                    <a:pt x="9277" y="2830"/>
                    <a:pt x="9481" y="954"/>
                    <a:pt x="9321" y="445"/>
                  </a:cubicBezTo>
                  <a:cubicBezTo>
                    <a:pt x="9306" y="373"/>
                    <a:pt x="9277" y="329"/>
                    <a:pt x="9233" y="329"/>
                  </a:cubicBezTo>
                  <a:cubicBezTo>
                    <a:pt x="9228" y="329"/>
                    <a:pt x="9222" y="329"/>
                    <a:pt x="9216" y="329"/>
                  </a:cubicBezTo>
                  <a:cubicBezTo>
                    <a:pt x="8894" y="329"/>
                    <a:pt x="8744" y="722"/>
                    <a:pt x="7401" y="722"/>
                  </a:cubicBezTo>
                  <a:cubicBezTo>
                    <a:pt x="6791" y="722"/>
                    <a:pt x="6442" y="256"/>
                    <a:pt x="6151" y="82"/>
                  </a:cubicBezTo>
                  <a:cubicBezTo>
                    <a:pt x="6136" y="67"/>
                    <a:pt x="6107" y="53"/>
                    <a:pt x="6078" y="38"/>
                  </a:cubicBezTo>
                  <a:cubicBezTo>
                    <a:pt x="6004" y="12"/>
                    <a:pt x="5943" y="0"/>
                    <a:pt x="5891" y="0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96"/>
            <p:cNvSpPr/>
            <p:nvPr/>
          </p:nvSpPr>
          <p:spPr>
            <a:xfrm>
              <a:off x="6158146" y="4438360"/>
              <a:ext cx="486654" cy="16050"/>
            </a:xfrm>
            <a:custGeom>
              <a:rect b="b" l="l" r="r" t="t"/>
              <a:pathLst>
                <a:path extrusionOk="0" h="306" w="9278">
                  <a:moveTo>
                    <a:pt x="1" y="0"/>
                  </a:moveTo>
                  <a:lnTo>
                    <a:pt x="1" y="306"/>
                  </a:lnTo>
                  <a:lnTo>
                    <a:pt x="9277" y="306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96"/>
            <p:cNvSpPr/>
            <p:nvPr/>
          </p:nvSpPr>
          <p:spPr>
            <a:xfrm>
              <a:off x="6565399" y="4363613"/>
              <a:ext cx="84711" cy="75532"/>
            </a:xfrm>
            <a:custGeom>
              <a:rect b="b" l="l" r="r" t="t"/>
              <a:pathLst>
                <a:path extrusionOk="0" h="1440" w="1615">
                  <a:moveTo>
                    <a:pt x="1615" y="0"/>
                  </a:moveTo>
                  <a:cubicBezTo>
                    <a:pt x="1193" y="59"/>
                    <a:pt x="815" y="262"/>
                    <a:pt x="524" y="567"/>
                  </a:cubicBezTo>
                  <a:cubicBezTo>
                    <a:pt x="292" y="815"/>
                    <a:pt x="117" y="1120"/>
                    <a:pt x="1" y="1440"/>
                  </a:cubicBezTo>
                  <a:lnTo>
                    <a:pt x="190" y="1440"/>
                  </a:lnTo>
                  <a:cubicBezTo>
                    <a:pt x="306" y="1164"/>
                    <a:pt x="466" y="916"/>
                    <a:pt x="670" y="698"/>
                  </a:cubicBezTo>
                  <a:cubicBezTo>
                    <a:pt x="917" y="422"/>
                    <a:pt x="1237" y="248"/>
                    <a:pt x="1600" y="189"/>
                  </a:cubicBezTo>
                  <a:cubicBezTo>
                    <a:pt x="1615" y="117"/>
                    <a:pt x="1615" y="59"/>
                    <a:pt x="1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96"/>
            <p:cNvSpPr/>
            <p:nvPr/>
          </p:nvSpPr>
          <p:spPr>
            <a:xfrm>
              <a:off x="6275591" y="4342264"/>
              <a:ext cx="173932" cy="48833"/>
            </a:xfrm>
            <a:custGeom>
              <a:rect b="b" l="l" r="r" t="t"/>
              <a:pathLst>
                <a:path extrusionOk="0" h="931" w="3316">
                  <a:moveTo>
                    <a:pt x="2851" y="0"/>
                  </a:moveTo>
                  <a:cubicBezTo>
                    <a:pt x="2807" y="29"/>
                    <a:pt x="2778" y="58"/>
                    <a:pt x="2734" y="88"/>
                  </a:cubicBezTo>
                  <a:cubicBezTo>
                    <a:pt x="2691" y="117"/>
                    <a:pt x="2647" y="131"/>
                    <a:pt x="2618" y="160"/>
                  </a:cubicBezTo>
                  <a:lnTo>
                    <a:pt x="2574" y="175"/>
                  </a:lnTo>
                  <a:lnTo>
                    <a:pt x="2487" y="218"/>
                  </a:lnTo>
                  <a:cubicBezTo>
                    <a:pt x="2400" y="248"/>
                    <a:pt x="2313" y="277"/>
                    <a:pt x="2225" y="306"/>
                  </a:cubicBezTo>
                  <a:cubicBezTo>
                    <a:pt x="2124" y="349"/>
                    <a:pt x="2022" y="378"/>
                    <a:pt x="1906" y="407"/>
                  </a:cubicBezTo>
                  <a:cubicBezTo>
                    <a:pt x="1353" y="582"/>
                    <a:pt x="670" y="756"/>
                    <a:pt x="1" y="931"/>
                  </a:cubicBezTo>
                  <a:cubicBezTo>
                    <a:pt x="1" y="931"/>
                    <a:pt x="2865" y="742"/>
                    <a:pt x="3156" y="480"/>
                  </a:cubicBezTo>
                  <a:cubicBezTo>
                    <a:pt x="3316" y="349"/>
                    <a:pt x="3098" y="160"/>
                    <a:pt x="28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96"/>
            <p:cNvSpPr/>
            <p:nvPr/>
          </p:nvSpPr>
          <p:spPr>
            <a:xfrm>
              <a:off x="7011573" y="4137851"/>
              <a:ext cx="209023" cy="210544"/>
            </a:xfrm>
            <a:custGeom>
              <a:rect b="b" l="l" r="r" t="t"/>
              <a:pathLst>
                <a:path extrusionOk="0" h="4014" w="3985">
                  <a:moveTo>
                    <a:pt x="3083" y="1"/>
                  </a:moveTo>
                  <a:lnTo>
                    <a:pt x="1" y="117"/>
                  </a:lnTo>
                  <a:lnTo>
                    <a:pt x="946" y="4014"/>
                  </a:lnTo>
                  <a:lnTo>
                    <a:pt x="3985" y="4014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96"/>
            <p:cNvSpPr/>
            <p:nvPr/>
          </p:nvSpPr>
          <p:spPr>
            <a:xfrm>
              <a:off x="7008531" y="4307907"/>
              <a:ext cx="231893" cy="131236"/>
            </a:xfrm>
            <a:custGeom>
              <a:rect b="b" l="l" r="r" t="t"/>
              <a:pathLst>
                <a:path extrusionOk="0" h="2502" w="4421">
                  <a:moveTo>
                    <a:pt x="3967" y="1"/>
                  </a:moveTo>
                  <a:cubicBezTo>
                    <a:pt x="3720" y="1"/>
                    <a:pt x="3650" y="310"/>
                    <a:pt x="3025" y="452"/>
                  </a:cubicBezTo>
                  <a:cubicBezTo>
                    <a:pt x="2820" y="275"/>
                    <a:pt x="2565" y="174"/>
                    <a:pt x="2294" y="174"/>
                  </a:cubicBezTo>
                  <a:cubicBezTo>
                    <a:pt x="2276" y="174"/>
                    <a:pt x="2258" y="175"/>
                    <a:pt x="2240" y="176"/>
                  </a:cubicBezTo>
                  <a:cubicBezTo>
                    <a:pt x="2220" y="174"/>
                    <a:pt x="2200" y="174"/>
                    <a:pt x="2180" y="174"/>
                  </a:cubicBezTo>
                  <a:cubicBezTo>
                    <a:pt x="1924" y="174"/>
                    <a:pt x="1671" y="261"/>
                    <a:pt x="1469" y="423"/>
                  </a:cubicBezTo>
                  <a:cubicBezTo>
                    <a:pt x="989" y="277"/>
                    <a:pt x="1033" y="1"/>
                    <a:pt x="786" y="1"/>
                  </a:cubicBezTo>
                  <a:cubicBezTo>
                    <a:pt x="742" y="1"/>
                    <a:pt x="713" y="45"/>
                    <a:pt x="698" y="117"/>
                  </a:cubicBezTo>
                  <a:cubicBezTo>
                    <a:pt x="626" y="394"/>
                    <a:pt x="597" y="670"/>
                    <a:pt x="568" y="946"/>
                  </a:cubicBezTo>
                  <a:cubicBezTo>
                    <a:pt x="538" y="990"/>
                    <a:pt x="1" y="1746"/>
                    <a:pt x="1" y="2502"/>
                  </a:cubicBezTo>
                  <a:lnTo>
                    <a:pt x="4421" y="2502"/>
                  </a:lnTo>
                  <a:cubicBezTo>
                    <a:pt x="4406" y="1688"/>
                    <a:pt x="4290" y="888"/>
                    <a:pt x="4086" y="117"/>
                  </a:cubicBezTo>
                  <a:cubicBezTo>
                    <a:pt x="4057" y="45"/>
                    <a:pt x="4028" y="1"/>
                    <a:pt x="3984" y="1"/>
                  </a:cubicBezTo>
                  <a:cubicBezTo>
                    <a:pt x="3979" y="1"/>
                    <a:pt x="3973" y="1"/>
                    <a:pt x="3967" y="1"/>
                  </a:cubicBez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96"/>
            <p:cNvSpPr/>
            <p:nvPr/>
          </p:nvSpPr>
          <p:spPr>
            <a:xfrm>
              <a:off x="7008531" y="4438360"/>
              <a:ext cx="231893" cy="16050"/>
            </a:xfrm>
            <a:custGeom>
              <a:rect b="b" l="l" r="r" t="t"/>
              <a:pathLst>
                <a:path extrusionOk="0" h="306" w="4421">
                  <a:moveTo>
                    <a:pt x="1" y="0"/>
                  </a:moveTo>
                  <a:lnTo>
                    <a:pt x="1" y="306"/>
                  </a:lnTo>
                  <a:lnTo>
                    <a:pt x="4421" y="306"/>
                  </a:lnTo>
                  <a:lnTo>
                    <a:pt x="44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96"/>
            <p:cNvSpPr/>
            <p:nvPr/>
          </p:nvSpPr>
          <p:spPr>
            <a:xfrm>
              <a:off x="7084799" y="4362826"/>
              <a:ext cx="77053" cy="33622"/>
            </a:xfrm>
            <a:custGeom>
              <a:rect b="b" l="l" r="r" t="t"/>
              <a:pathLst>
                <a:path extrusionOk="0" h="641" w="1469">
                  <a:moveTo>
                    <a:pt x="558" y="1"/>
                  </a:moveTo>
                  <a:cubicBezTo>
                    <a:pt x="370" y="1"/>
                    <a:pt x="183" y="20"/>
                    <a:pt x="0" y="59"/>
                  </a:cubicBezTo>
                  <a:cubicBezTo>
                    <a:pt x="0" y="59"/>
                    <a:pt x="0" y="641"/>
                    <a:pt x="262" y="641"/>
                  </a:cubicBezTo>
                  <a:cubicBezTo>
                    <a:pt x="1135" y="641"/>
                    <a:pt x="1469" y="161"/>
                    <a:pt x="1469" y="161"/>
                  </a:cubicBezTo>
                  <a:cubicBezTo>
                    <a:pt x="1172" y="53"/>
                    <a:pt x="864" y="1"/>
                    <a:pt x="5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96"/>
            <p:cNvSpPr/>
            <p:nvPr/>
          </p:nvSpPr>
          <p:spPr>
            <a:xfrm>
              <a:off x="7207594" y="4372006"/>
              <a:ext cx="28272" cy="67139"/>
            </a:xfrm>
            <a:custGeom>
              <a:rect b="b" l="l" r="r" t="t"/>
              <a:pathLst>
                <a:path extrusionOk="0" h="1280" w="539">
                  <a:moveTo>
                    <a:pt x="524" y="0"/>
                  </a:moveTo>
                  <a:cubicBezTo>
                    <a:pt x="175" y="146"/>
                    <a:pt x="44" y="800"/>
                    <a:pt x="0" y="1280"/>
                  </a:cubicBezTo>
                  <a:lnTo>
                    <a:pt x="175" y="1280"/>
                  </a:lnTo>
                  <a:cubicBezTo>
                    <a:pt x="233" y="815"/>
                    <a:pt x="349" y="335"/>
                    <a:pt x="538" y="189"/>
                  </a:cubicBezTo>
                  <a:cubicBezTo>
                    <a:pt x="538" y="131"/>
                    <a:pt x="538" y="73"/>
                    <a:pt x="5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96"/>
            <p:cNvSpPr/>
            <p:nvPr/>
          </p:nvSpPr>
          <p:spPr>
            <a:xfrm>
              <a:off x="6441083" y="2795551"/>
              <a:ext cx="772625" cy="1404521"/>
            </a:xfrm>
            <a:custGeom>
              <a:rect b="b" l="l" r="r" t="t"/>
              <a:pathLst>
                <a:path extrusionOk="0" h="26777" w="14730">
                  <a:moveTo>
                    <a:pt x="1469" y="1"/>
                  </a:moveTo>
                  <a:cubicBezTo>
                    <a:pt x="1469" y="1"/>
                    <a:pt x="306" y="11618"/>
                    <a:pt x="219" y="13813"/>
                  </a:cubicBezTo>
                  <a:cubicBezTo>
                    <a:pt x="117" y="16358"/>
                    <a:pt x="1" y="20793"/>
                    <a:pt x="1" y="26390"/>
                  </a:cubicBezTo>
                  <a:cubicBezTo>
                    <a:pt x="815" y="26670"/>
                    <a:pt x="1827" y="26777"/>
                    <a:pt x="2869" y="26777"/>
                  </a:cubicBezTo>
                  <a:cubicBezTo>
                    <a:pt x="3614" y="26777"/>
                    <a:pt x="4375" y="26722"/>
                    <a:pt x="5090" y="26638"/>
                  </a:cubicBezTo>
                  <a:lnTo>
                    <a:pt x="5846" y="15209"/>
                  </a:lnTo>
                  <a:cubicBezTo>
                    <a:pt x="5846" y="14221"/>
                    <a:pt x="6151" y="12825"/>
                    <a:pt x="6209" y="8099"/>
                  </a:cubicBezTo>
                  <a:cubicBezTo>
                    <a:pt x="7024" y="12214"/>
                    <a:pt x="7416" y="14889"/>
                    <a:pt x="7620" y="16329"/>
                  </a:cubicBezTo>
                  <a:cubicBezTo>
                    <a:pt x="7823" y="17696"/>
                    <a:pt x="8827" y="21650"/>
                    <a:pt x="9888" y="26405"/>
                  </a:cubicBezTo>
                  <a:cubicBezTo>
                    <a:pt x="10189" y="26455"/>
                    <a:pt x="10516" y="26477"/>
                    <a:pt x="10853" y="26477"/>
                  </a:cubicBezTo>
                  <a:cubicBezTo>
                    <a:pt x="12484" y="26477"/>
                    <a:pt x="14356" y="25959"/>
                    <a:pt x="14730" y="25562"/>
                  </a:cubicBezTo>
                  <a:lnTo>
                    <a:pt x="12883" y="15805"/>
                  </a:lnTo>
                  <a:cubicBezTo>
                    <a:pt x="12883" y="15805"/>
                    <a:pt x="11793" y="7983"/>
                    <a:pt x="12200" y="6660"/>
                  </a:cubicBezTo>
                  <a:cubicBezTo>
                    <a:pt x="12578" y="5439"/>
                    <a:pt x="12752" y="1804"/>
                    <a:pt x="11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96"/>
            <p:cNvSpPr/>
            <p:nvPr/>
          </p:nvSpPr>
          <p:spPr>
            <a:xfrm>
              <a:off x="6752293" y="3001486"/>
              <a:ext cx="15264" cy="218937"/>
            </a:xfrm>
            <a:custGeom>
              <a:rect b="b" l="l" r="r" t="t"/>
              <a:pathLst>
                <a:path extrusionOk="0" fill="none" h="4174" w="291">
                  <a:moveTo>
                    <a:pt x="291" y="4173"/>
                  </a:moveTo>
                  <a:cubicBezTo>
                    <a:pt x="116" y="2792"/>
                    <a:pt x="29" y="1396"/>
                    <a:pt x="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96"/>
            <p:cNvSpPr/>
            <p:nvPr/>
          </p:nvSpPr>
          <p:spPr>
            <a:xfrm>
              <a:off x="6599757" y="1608988"/>
              <a:ext cx="723530" cy="806929"/>
            </a:xfrm>
            <a:custGeom>
              <a:rect b="b" l="l" r="r" t="t"/>
              <a:pathLst>
                <a:path extrusionOk="0" h="15384" w="13794">
                  <a:moveTo>
                    <a:pt x="4338" y="1"/>
                  </a:moveTo>
                  <a:cubicBezTo>
                    <a:pt x="3952" y="1"/>
                    <a:pt x="3546" y="43"/>
                    <a:pt x="3126" y="129"/>
                  </a:cubicBezTo>
                  <a:cubicBezTo>
                    <a:pt x="2356" y="260"/>
                    <a:pt x="1658" y="696"/>
                    <a:pt x="1192" y="1321"/>
                  </a:cubicBezTo>
                  <a:cubicBezTo>
                    <a:pt x="0" y="2949"/>
                    <a:pt x="814" y="5930"/>
                    <a:pt x="2108" y="6686"/>
                  </a:cubicBezTo>
                  <a:cubicBezTo>
                    <a:pt x="2108" y="6686"/>
                    <a:pt x="3650" y="11121"/>
                    <a:pt x="6965" y="14392"/>
                  </a:cubicBezTo>
                  <a:cubicBezTo>
                    <a:pt x="7672" y="15093"/>
                    <a:pt x="8415" y="15383"/>
                    <a:pt x="9120" y="15383"/>
                  </a:cubicBezTo>
                  <a:cubicBezTo>
                    <a:pt x="11709" y="15383"/>
                    <a:pt x="13794" y="11473"/>
                    <a:pt x="11748" y="9565"/>
                  </a:cubicBezTo>
                  <a:cubicBezTo>
                    <a:pt x="11196" y="9056"/>
                    <a:pt x="10687" y="8504"/>
                    <a:pt x="10222" y="7922"/>
                  </a:cubicBezTo>
                  <a:lnTo>
                    <a:pt x="10222" y="7922"/>
                  </a:lnTo>
                  <a:cubicBezTo>
                    <a:pt x="10963" y="8605"/>
                    <a:pt x="11836" y="9100"/>
                    <a:pt x="12781" y="9405"/>
                  </a:cubicBezTo>
                  <a:cubicBezTo>
                    <a:pt x="12781" y="9405"/>
                    <a:pt x="9626" y="7748"/>
                    <a:pt x="8172" y="3487"/>
                  </a:cubicBezTo>
                  <a:cubicBezTo>
                    <a:pt x="7895" y="2339"/>
                    <a:pt x="7779" y="1830"/>
                    <a:pt x="7241" y="1219"/>
                  </a:cubicBezTo>
                  <a:cubicBezTo>
                    <a:pt x="6538" y="407"/>
                    <a:pt x="5529" y="1"/>
                    <a:pt x="43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96"/>
            <p:cNvSpPr/>
            <p:nvPr/>
          </p:nvSpPr>
          <p:spPr>
            <a:xfrm>
              <a:off x="5994962" y="2090831"/>
              <a:ext cx="527777" cy="251247"/>
            </a:xfrm>
            <a:custGeom>
              <a:rect b="b" l="l" r="r" t="t"/>
              <a:pathLst>
                <a:path extrusionOk="0" h="4790" w="10062">
                  <a:moveTo>
                    <a:pt x="989" y="1"/>
                  </a:moveTo>
                  <a:lnTo>
                    <a:pt x="0" y="1746"/>
                  </a:lnTo>
                  <a:cubicBezTo>
                    <a:pt x="0" y="1746"/>
                    <a:pt x="5031" y="4625"/>
                    <a:pt x="6281" y="4785"/>
                  </a:cubicBezTo>
                  <a:cubicBezTo>
                    <a:pt x="6312" y="4788"/>
                    <a:pt x="6346" y="4790"/>
                    <a:pt x="6382" y="4790"/>
                  </a:cubicBezTo>
                  <a:cubicBezTo>
                    <a:pt x="7357" y="4790"/>
                    <a:pt x="10062" y="3505"/>
                    <a:pt x="10062" y="3505"/>
                  </a:cubicBezTo>
                  <a:lnTo>
                    <a:pt x="9625" y="641"/>
                  </a:lnTo>
                  <a:cubicBezTo>
                    <a:pt x="7895" y="1222"/>
                    <a:pt x="6252" y="1891"/>
                    <a:pt x="6034" y="1920"/>
                  </a:cubicBezTo>
                  <a:cubicBezTo>
                    <a:pt x="6027" y="1921"/>
                    <a:pt x="6020" y="1921"/>
                    <a:pt x="6011" y="1921"/>
                  </a:cubicBezTo>
                  <a:cubicBezTo>
                    <a:pt x="5437" y="1921"/>
                    <a:pt x="989" y="1"/>
                    <a:pt x="989" y="1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96"/>
            <p:cNvSpPr/>
            <p:nvPr/>
          </p:nvSpPr>
          <p:spPr>
            <a:xfrm>
              <a:off x="5722673" y="1978737"/>
              <a:ext cx="324156" cy="203673"/>
            </a:xfrm>
            <a:custGeom>
              <a:rect b="b" l="l" r="r" t="t"/>
              <a:pathLst>
                <a:path extrusionOk="0" h="3883" w="6180">
                  <a:moveTo>
                    <a:pt x="1086" y="0"/>
                  </a:moveTo>
                  <a:cubicBezTo>
                    <a:pt x="1082" y="0"/>
                    <a:pt x="1079" y="0"/>
                    <a:pt x="1076" y="1"/>
                  </a:cubicBezTo>
                  <a:cubicBezTo>
                    <a:pt x="858" y="30"/>
                    <a:pt x="771" y="277"/>
                    <a:pt x="916" y="437"/>
                  </a:cubicBezTo>
                  <a:cubicBezTo>
                    <a:pt x="1047" y="539"/>
                    <a:pt x="2661" y="1062"/>
                    <a:pt x="2661" y="1062"/>
                  </a:cubicBezTo>
                  <a:cubicBezTo>
                    <a:pt x="2661" y="1062"/>
                    <a:pt x="704" y="625"/>
                    <a:pt x="351" y="625"/>
                  </a:cubicBezTo>
                  <a:cubicBezTo>
                    <a:pt x="345" y="625"/>
                    <a:pt x="340" y="626"/>
                    <a:pt x="335" y="626"/>
                  </a:cubicBezTo>
                  <a:cubicBezTo>
                    <a:pt x="117" y="655"/>
                    <a:pt x="0" y="989"/>
                    <a:pt x="204" y="1120"/>
                  </a:cubicBezTo>
                  <a:cubicBezTo>
                    <a:pt x="422" y="1236"/>
                    <a:pt x="2385" y="1745"/>
                    <a:pt x="2385" y="1745"/>
                  </a:cubicBezTo>
                  <a:cubicBezTo>
                    <a:pt x="2385" y="1745"/>
                    <a:pt x="422" y="1411"/>
                    <a:pt x="335" y="1411"/>
                  </a:cubicBezTo>
                  <a:cubicBezTo>
                    <a:pt x="146" y="1440"/>
                    <a:pt x="88" y="1687"/>
                    <a:pt x="248" y="1804"/>
                  </a:cubicBezTo>
                  <a:cubicBezTo>
                    <a:pt x="378" y="1876"/>
                    <a:pt x="2181" y="2371"/>
                    <a:pt x="2181" y="2371"/>
                  </a:cubicBezTo>
                  <a:cubicBezTo>
                    <a:pt x="2181" y="2371"/>
                    <a:pt x="1527" y="2414"/>
                    <a:pt x="1454" y="2429"/>
                  </a:cubicBezTo>
                  <a:cubicBezTo>
                    <a:pt x="1367" y="2443"/>
                    <a:pt x="742" y="2574"/>
                    <a:pt x="698" y="2589"/>
                  </a:cubicBezTo>
                  <a:cubicBezTo>
                    <a:pt x="582" y="2661"/>
                    <a:pt x="655" y="2865"/>
                    <a:pt x="815" y="2879"/>
                  </a:cubicBezTo>
                  <a:cubicBezTo>
                    <a:pt x="1047" y="2865"/>
                    <a:pt x="1280" y="2850"/>
                    <a:pt x="1513" y="2807"/>
                  </a:cubicBezTo>
                  <a:cubicBezTo>
                    <a:pt x="1542" y="2807"/>
                    <a:pt x="2487" y="2879"/>
                    <a:pt x="2603" y="2952"/>
                  </a:cubicBezTo>
                  <a:cubicBezTo>
                    <a:pt x="3679" y="3679"/>
                    <a:pt x="5206" y="3883"/>
                    <a:pt x="5206" y="3883"/>
                  </a:cubicBezTo>
                  <a:lnTo>
                    <a:pt x="6180" y="2138"/>
                  </a:lnTo>
                  <a:cubicBezTo>
                    <a:pt x="6180" y="2138"/>
                    <a:pt x="3897" y="611"/>
                    <a:pt x="3417" y="510"/>
                  </a:cubicBezTo>
                  <a:cubicBezTo>
                    <a:pt x="2946" y="395"/>
                    <a:pt x="1296" y="0"/>
                    <a:pt x="1086" y="0"/>
                  </a:cubicBezTo>
                  <a:close/>
                </a:path>
              </a:pathLst>
            </a:custGeom>
            <a:solidFill>
              <a:srgbClr val="E7B7B7"/>
            </a:solidFill>
            <a:ln cap="flat" cmpd="sng" w="9525">
              <a:solidFill>
                <a:srgbClr val="E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96"/>
            <p:cNvSpPr/>
            <p:nvPr/>
          </p:nvSpPr>
          <p:spPr>
            <a:xfrm>
              <a:off x="5827161" y="2035177"/>
              <a:ext cx="116707" cy="93103"/>
            </a:xfrm>
            <a:custGeom>
              <a:rect b="b" l="l" r="r" t="t"/>
              <a:pathLst>
                <a:path extrusionOk="0" fill="none" h="1775" w="2225">
                  <a:moveTo>
                    <a:pt x="2225" y="1774"/>
                  </a:moveTo>
                  <a:cubicBezTo>
                    <a:pt x="1731" y="1484"/>
                    <a:pt x="1120" y="684"/>
                    <a:pt x="1120" y="684"/>
                  </a:cubicBezTo>
                  <a:lnTo>
                    <a:pt x="204" y="582"/>
                  </a:lnTo>
                  <a:cubicBezTo>
                    <a:pt x="0" y="451"/>
                    <a:pt x="59" y="131"/>
                    <a:pt x="306" y="88"/>
                  </a:cubicBezTo>
                  <a:cubicBezTo>
                    <a:pt x="611" y="30"/>
                    <a:pt x="931" y="1"/>
                    <a:pt x="1236" y="15"/>
                  </a:cubicBezTo>
                  <a:lnTo>
                    <a:pt x="2109" y="262"/>
                  </a:ln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96"/>
            <p:cNvSpPr/>
            <p:nvPr/>
          </p:nvSpPr>
          <p:spPr>
            <a:xfrm>
              <a:off x="7128493" y="2314285"/>
              <a:ext cx="208708" cy="191294"/>
            </a:xfrm>
            <a:custGeom>
              <a:rect b="b" l="l" r="r" t="t"/>
              <a:pathLst>
                <a:path extrusionOk="0" h="3647" w="3979">
                  <a:moveTo>
                    <a:pt x="2683" y="0"/>
                  </a:moveTo>
                  <a:cubicBezTo>
                    <a:pt x="1574" y="0"/>
                    <a:pt x="0" y="2645"/>
                    <a:pt x="970" y="3476"/>
                  </a:cubicBezTo>
                  <a:cubicBezTo>
                    <a:pt x="1112" y="3594"/>
                    <a:pt x="1266" y="3646"/>
                    <a:pt x="1426" y="3646"/>
                  </a:cubicBezTo>
                  <a:cubicBezTo>
                    <a:pt x="2555" y="3646"/>
                    <a:pt x="3979" y="1045"/>
                    <a:pt x="3151" y="205"/>
                  </a:cubicBezTo>
                  <a:cubicBezTo>
                    <a:pt x="3014" y="63"/>
                    <a:pt x="2854" y="0"/>
                    <a:pt x="2683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96"/>
            <p:cNvSpPr/>
            <p:nvPr/>
          </p:nvSpPr>
          <p:spPr>
            <a:xfrm>
              <a:off x="7530186" y="2671235"/>
              <a:ext cx="255024" cy="303123"/>
            </a:xfrm>
            <a:custGeom>
              <a:rect b="b" l="l" r="r" t="t"/>
              <a:pathLst>
                <a:path extrusionOk="0" h="5779" w="4862">
                  <a:moveTo>
                    <a:pt x="1542" y="1"/>
                  </a:moveTo>
                  <a:lnTo>
                    <a:pt x="1" y="1673"/>
                  </a:lnTo>
                  <a:cubicBezTo>
                    <a:pt x="73" y="1789"/>
                    <a:pt x="611" y="2182"/>
                    <a:pt x="466" y="2938"/>
                  </a:cubicBezTo>
                  <a:cubicBezTo>
                    <a:pt x="393" y="3316"/>
                    <a:pt x="626" y="4072"/>
                    <a:pt x="640" y="4188"/>
                  </a:cubicBezTo>
                  <a:cubicBezTo>
                    <a:pt x="713" y="4537"/>
                    <a:pt x="815" y="4872"/>
                    <a:pt x="946" y="5206"/>
                  </a:cubicBezTo>
                  <a:cubicBezTo>
                    <a:pt x="950" y="5224"/>
                    <a:pt x="984" y="5237"/>
                    <a:pt x="1031" y="5237"/>
                  </a:cubicBezTo>
                  <a:cubicBezTo>
                    <a:pt x="1140" y="5237"/>
                    <a:pt x="1321" y="5165"/>
                    <a:pt x="1382" y="4901"/>
                  </a:cubicBezTo>
                  <a:cubicBezTo>
                    <a:pt x="1411" y="4755"/>
                    <a:pt x="1382" y="4566"/>
                    <a:pt x="1266" y="4232"/>
                  </a:cubicBezTo>
                  <a:cubicBezTo>
                    <a:pt x="1193" y="4072"/>
                    <a:pt x="1178" y="3577"/>
                    <a:pt x="1309" y="3505"/>
                  </a:cubicBezTo>
                  <a:cubicBezTo>
                    <a:pt x="1359" y="3475"/>
                    <a:pt x="1415" y="3461"/>
                    <a:pt x="1471" y="3461"/>
                  </a:cubicBezTo>
                  <a:cubicBezTo>
                    <a:pt x="1580" y="3461"/>
                    <a:pt x="1688" y="3516"/>
                    <a:pt x="1745" y="3621"/>
                  </a:cubicBezTo>
                  <a:cubicBezTo>
                    <a:pt x="2138" y="4072"/>
                    <a:pt x="2821" y="5497"/>
                    <a:pt x="2981" y="5599"/>
                  </a:cubicBezTo>
                  <a:cubicBezTo>
                    <a:pt x="3026" y="5621"/>
                    <a:pt x="3071" y="5631"/>
                    <a:pt x="3115" y="5631"/>
                  </a:cubicBezTo>
                  <a:cubicBezTo>
                    <a:pt x="3301" y="5631"/>
                    <a:pt x="3459" y="5450"/>
                    <a:pt x="3388" y="5250"/>
                  </a:cubicBezTo>
                  <a:cubicBezTo>
                    <a:pt x="3372" y="5173"/>
                    <a:pt x="3376" y="5142"/>
                    <a:pt x="3394" y="5142"/>
                  </a:cubicBezTo>
                  <a:cubicBezTo>
                    <a:pt x="3455" y="5142"/>
                    <a:pt x="3685" y="5529"/>
                    <a:pt x="3810" y="5642"/>
                  </a:cubicBezTo>
                  <a:cubicBezTo>
                    <a:pt x="3908" y="5740"/>
                    <a:pt x="4001" y="5778"/>
                    <a:pt x="4080" y="5778"/>
                  </a:cubicBezTo>
                  <a:cubicBezTo>
                    <a:pt x="4249" y="5778"/>
                    <a:pt x="4354" y="5606"/>
                    <a:pt x="4304" y="5468"/>
                  </a:cubicBezTo>
                  <a:cubicBezTo>
                    <a:pt x="4208" y="5157"/>
                    <a:pt x="4201" y="5048"/>
                    <a:pt x="4259" y="5048"/>
                  </a:cubicBezTo>
                  <a:cubicBezTo>
                    <a:pt x="4288" y="5048"/>
                    <a:pt x="4334" y="5075"/>
                    <a:pt x="4392" y="5119"/>
                  </a:cubicBezTo>
                  <a:cubicBezTo>
                    <a:pt x="4444" y="5157"/>
                    <a:pt x="4499" y="5173"/>
                    <a:pt x="4551" y="5173"/>
                  </a:cubicBezTo>
                  <a:cubicBezTo>
                    <a:pt x="4720" y="5173"/>
                    <a:pt x="4862" y="5002"/>
                    <a:pt x="4784" y="4813"/>
                  </a:cubicBezTo>
                  <a:cubicBezTo>
                    <a:pt x="4744" y="4746"/>
                    <a:pt x="4199" y="3720"/>
                    <a:pt x="4324" y="3720"/>
                  </a:cubicBezTo>
                  <a:cubicBezTo>
                    <a:pt x="4333" y="3720"/>
                    <a:pt x="4346" y="3725"/>
                    <a:pt x="4363" y="3737"/>
                  </a:cubicBezTo>
                  <a:cubicBezTo>
                    <a:pt x="4419" y="3781"/>
                    <a:pt x="4478" y="3800"/>
                    <a:pt x="4532" y="3800"/>
                  </a:cubicBezTo>
                  <a:cubicBezTo>
                    <a:pt x="4716" y="3800"/>
                    <a:pt x="4851" y="3584"/>
                    <a:pt x="4683" y="3359"/>
                  </a:cubicBezTo>
                  <a:cubicBezTo>
                    <a:pt x="4508" y="3127"/>
                    <a:pt x="3956" y="2298"/>
                    <a:pt x="3752" y="2051"/>
                  </a:cubicBezTo>
                  <a:cubicBezTo>
                    <a:pt x="3476" y="1716"/>
                    <a:pt x="3229" y="1295"/>
                    <a:pt x="1542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96"/>
            <p:cNvSpPr/>
            <p:nvPr/>
          </p:nvSpPr>
          <p:spPr>
            <a:xfrm>
              <a:off x="7689594" y="2829122"/>
              <a:ext cx="61841" cy="108367"/>
            </a:xfrm>
            <a:custGeom>
              <a:rect b="b" l="l" r="r" t="t"/>
              <a:pathLst>
                <a:path extrusionOk="0" fill="none" h="2066" w="1179">
                  <a:moveTo>
                    <a:pt x="1178" y="2065"/>
                  </a:moveTo>
                  <a:cubicBezTo>
                    <a:pt x="829" y="1353"/>
                    <a:pt x="437" y="655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96"/>
            <p:cNvSpPr/>
            <p:nvPr/>
          </p:nvSpPr>
          <p:spPr>
            <a:xfrm>
              <a:off x="7715506" y="2809294"/>
              <a:ext cx="40493" cy="57226"/>
            </a:xfrm>
            <a:custGeom>
              <a:rect b="b" l="l" r="r" t="t"/>
              <a:pathLst>
                <a:path extrusionOk="0" fill="none" h="1091" w="772">
                  <a:moveTo>
                    <a:pt x="771" y="1091"/>
                  </a:moveTo>
                  <a:cubicBezTo>
                    <a:pt x="539" y="713"/>
                    <a:pt x="277" y="349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96"/>
            <p:cNvSpPr/>
            <p:nvPr/>
          </p:nvSpPr>
          <p:spPr>
            <a:xfrm>
              <a:off x="7650673" y="2839036"/>
              <a:ext cx="56491" cy="101496"/>
            </a:xfrm>
            <a:custGeom>
              <a:rect b="b" l="l" r="r" t="t"/>
              <a:pathLst>
                <a:path extrusionOk="0" fill="none" h="1935" w="1077">
                  <a:moveTo>
                    <a:pt x="1077" y="1934"/>
                  </a:moveTo>
                  <a:cubicBezTo>
                    <a:pt x="859" y="1105"/>
                    <a:pt x="1" y="0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96"/>
            <p:cNvSpPr/>
            <p:nvPr/>
          </p:nvSpPr>
          <p:spPr>
            <a:xfrm>
              <a:off x="7109977" y="2260939"/>
              <a:ext cx="501079" cy="498036"/>
            </a:xfrm>
            <a:custGeom>
              <a:rect b="b" l="l" r="r" t="t"/>
              <a:pathLst>
                <a:path extrusionOk="0" h="9495" w="9553">
                  <a:moveTo>
                    <a:pt x="1963" y="0"/>
                  </a:moveTo>
                  <a:lnTo>
                    <a:pt x="0" y="2937"/>
                  </a:lnTo>
                  <a:lnTo>
                    <a:pt x="2777" y="5075"/>
                  </a:lnTo>
                  <a:lnTo>
                    <a:pt x="8012" y="9495"/>
                  </a:lnTo>
                  <a:lnTo>
                    <a:pt x="9553" y="7837"/>
                  </a:lnTo>
                  <a:cubicBezTo>
                    <a:pt x="9553" y="7837"/>
                    <a:pt x="6122" y="3941"/>
                    <a:pt x="2777" y="727"/>
                  </a:cubicBezTo>
                  <a:lnTo>
                    <a:pt x="1963" y="0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96"/>
            <p:cNvSpPr/>
            <p:nvPr/>
          </p:nvSpPr>
          <p:spPr>
            <a:xfrm>
              <a:off x="6354167" y="2064184"/>
              <a:ext cx="939634" cy="792243"/>
            </a:xfrm>
            <a:custGeom>
              <a:rect b="b" l="l" r="r" t="t"/>
              <a:pathLst>
                <a:path extrusionOk="0" h="15104" w="17914">
                  <a:moveTo>
                    <a:pt x="15687" y="8191"/>
                  </a:moveTo>
                  <a:lnTo>
                    <a:pt x="15687" y="8191"/>
                  </a:lnTo>
                  <a:cubicBezTo>
                    <a:pt x="15702" y="8204"/>
                    <a:pt x="15717" y="8217"/>
                    <a:pt x="15732" y="8230"/>
                  </a:cubicBezTo>
                  <a:lnTo>
                    <a:pt x="15687" y="8191"/>
                  </a:lnTo>
                  <a:close/>
                  <a:moveTo>
                    <a:pt x="6238" y="0"/>
                  </a:moveTo>
                  <a:cubicBezTo>
                    <a:pt x="6238" y="0"/>
                    <a:pt x="4624" y="0"/>
                    <a:pt x="59" y="2007"/>
                  </a:cubicBezTo>
                  <a:cubicBezTo>
                    <a:pt x="0" y="2995"/>
                    <a:pt x="335" y="4580"/>
                    <a:pt x="858" y="5293"/>
                  </a:cubicBezTo>
                  <a:lnTo>
                    <a:pt x="3243" y="4566"/>
                  </a:lnTo>
                  <a:lnTo>
                    <a:pt x="3243" y="4566"/>
                  </a:lnTo>
                  <a:cubicBezTo>
                    <a:pt x="3243" y="4566"/>
                    <a:pt x="2676" y="5903"/>
                    <a:pt x="3563" y="6863"/>
                  </a:cubicBezTo>
                  <a:cubicBezTo>
                    <a:pt x="3490" y="9509"/>
                    <a:pt x="3272" y="12170"/>
                    <a:pt x="2908" y="14802"/>
                  </a:cubicBezTo>
                  <a:cubicBezTo>
                    <a:pt x="3874" y="14982"/>
                    <a:pt x="5266" y="15104"/>
                    <a:pt x="6744" y="15104"/>
                  </a:cubicBezTo>
                  <a:cubicBezTo>
                    <a:pt x="9071" y="15104"/>
                    <a:pt x="11611" y="14803"/>
                    <a:pt x="13043" y="13958"/>
                  </a:cubicBezTo>
                  <a:cubicBezTo>
                    <a:pt x="12185" y="11574"/>
                    <a:pt x="12476" y="7750"/>
                    <a:pt x="12926" y="5845"/>
                  </a:cubicBezTo>
                  <a:lnTo>
                    <a:pt x="12926" y="5845"/>
                  </a:lnTo>
                  <a:lnTo>
                    <a:pt x="15687" y="8191"/>
                  </a:lnTo>
                  <a:lnTo>
                    <a:pt x="15687" y="8191"/>
                  </a:lnTo>
                  <a:cubicBezTo>
                    <a:pt x="14780" y="7358"/>
                    <a:pt x="16505" y="4905"/>
                    <a:pt x="17643" y="4905"/>
                  </a:cubicBezTo>
                  <a:cubicBezTo>
                    <a:pt x="17738" y="4905"/>
                    <a:pt x="17829" y="4922"/>
                    <a:pt x="17913" y="4958"/>
                  </a:cubicBezTo>
                  <a:cubicBezTo>
                    <a:pt x="15616" y="2792"/>
                    <a:pt x="13421" y="1032"/>
                    <a:pt x="12577" y="843"/>
                  </a:cubicBezTo>
                  <a:cubicBezTo>
                    <a:pt x="10484" y="407"/>
                    <a:pt x="8375" y="131"/>
                    <a:pt x="62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96"/>
            <p:cNvSpPr/>
            <p:nvPr/>
          </p:nvSpPr>
          <p:spPr>
            <a:xfrm>
              <a:off x="6755335" y="2433303"/>
              <a:ext cx="166274" cy="38920"/>
            </a:xfrm>
            <a:custGeom>
              <a:rect b="b" l="l" r="r" t="t"/>
              <a:pathLst>
                <a:path extrusionOk="0" fill="none" h="742" w="3170">
                  <a:moveTo>
                    <a:pt x="0" y="233"/>
                  </a:moveTo>
                  <a:cubicBezTo>
                    <a:pt x="1018" y="742"/>
                    <a:pt x="2225" y="640"/>
                    <a:pt x="3170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96"/>
            <p:cNvSpPr/>
            <p:nvPr/>
          </p:nvSpPr>
          <p:spPr>
            <a:xfrm>
              <a:off x="6974960" y="2314338"/>
              <a:ext cx="57278" cy="58012"/>
            </a:xfrm>
            <a:custGeom>
              <a:rect b="b" l="l" r="r" t="t"/>
              <a:pathLst>
                <a:path extrusionOk="0" fill="none" h="1106" w="1092">
                  <a:moveTo>
                    <a:pt x="1091" y="1105"/>
                  </a:moveTo>
                  <a:cubicBezTo>
                    <a:pt x="713" y="756"/>
                    <a:pt x="350" y="378"/>
                    <a:pt x="1" y="0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96"/>
            <p:cNvSpPr/>
            <p:nvPr/>
          </p:nvSpPr>
          <p:spPr>
            <a:xfrm>
              <a:off x="6541795" y="2424911"/>
              <a:ext cx="69447" cy="23709"/>
            </a:xfrm>
            <a:custGeom>
              <a:rect b="b" l="l" r="r" t="t"/>
              <a:pathLst>
                <a:path extrusionOk="0" fill="none" h="452" w="1324">
                  <a:moveTo>
                    <a:pt x="0" y="0"/>
                  </a:moveTo>
                  <a:cubicBezTo>
                    <a:pt x="160" y="160"/>
                    <a:pt x="596" y="451"/>
                    <a:pt x="1323" y="42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96"/>
            <p:cNvSpPr/>
            <p:nvPr/>
          </p:nvSpPr>
          <p:spPr>
            <a:xfrm>
              <a:off x="6524223" y="2172449"/>
              <a:ext cx="61841" cy="131236"/>
            </a:xfrm>
            <a:custGeom>
              <a:rect b="b" l="l" r="r" t="t"/>
              <a:pathLst>
                <a:path extrusionOk="0" fill="none" h="2502" w="1179">
                  <a:moveTo>
                    <a:pt x="1" y="2502"/>
                  </a:moveTo>
                  <a:cubicBezTo>
                    <a:pt x="350" y="1324"/>
                    <a:pt x="1178" y="1"/>
                    <a:pt x="1178" y="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96"/>
            <p:cNvSpPr/>
            <p:nvPr/>
          </p:nvSpPr>
          <p:spPr>
            <a:xfrm>
              <a:off x="6554751" y="2696413"/>
              <a:ext cx="376032" cy="125152"/>
            </a:xfrm>
            <a:custGeom>
              <a:rect b="b" l="l" r="r" t="t"/>
              <a:pathLst>
                <a:path extrusionOk="0" fill="none" h="2386" w="7169">
                  <a:moveTo>
                    <a:pt x="7168" y="1"/>
                  </a:moveTo>
                  <a:cubicBezTo>
                    <a:pt x="5235" y="2385"/>
                    <a:pt x="0" y="1367"/>
                    <a:pt x="0" y="136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96"/>
            <p:cNvSpPr/>
            <p:nvPr/>
          </p:nvSpPr>
          <p:spPr>
            <a:xfrm>
              <a:off x="6683631" y="2067961"/>
              <a:ext cx="281460" cy="193760"/>
            </a:xfrm>
            <a:custGeom>
              <a:rect b="b" l="l" r="r" t="t"/>
              <a:pathLst>
                <a:path extrusionOk="0" h="3694" w="5366">
                  <a:moveTo>
                    <a:pt x="946" y="1"/>
                  </a:moveTo>
                  <a:cubicBezTo>
                    <a:pt x="1" y="1775"/>
                    <a:pt x="771" y="3694"/>
                    <a:pt x="771" y="3694"/>
                  </a:cubicBezTo>
                  <a:cubicBezTo>
                    <a:pt x="771" y="3694"/>
                    <a:pt x="4566" y="2414"/>
                    <a:pt x="5366" y="597"/>
                  </a:cubicBezTo>
                  <a:cubicBezTo>
                    <a:pt x="3897" y="321"/>
                    <a:pt x="2429" y="132"/>
                    <a:pt x="946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96"/>
            <p:cNvSpPr/>
            <p:nvPr/>
          </p:nvSpPr>
          <p:spPr>
            <a:xfrm>
              <a:off x="6736242" y="2069482"/>
              <a:ext cx="186941" cy="147287"/>
            </a:xfrm>
            <a:custGeom>
              <a:rect b="b" l="l" r="r" t="t"/>
              <a:pathLst>
                <a:path extrusionOk="0" h="2808" w="3564">
                  <a:moveTo>
                    <a:pt x="175" y="1"/>
                  </a:moveTo>
                  <a:lnTo>
                    <a:pt x="103" y="728"/>
                  </a:lnTo>
                  <a:cubicBezTo>
                    <a:pt x="1" y="1411"/>
                    <a:pt x="1" y="2124"/>
                    <a:pt x="103" y="2807"/>
                  </a:cubicBezTo>
                  <a:cubicBezTo>
                    <a:pt x="103" y="2807"/>
                    <a:pt x="3447" y="1644"/>
                    <a:pt x="3563" y="728"/>
                  </a:cubicBezTo>
                  <a:lnTo>
                    <a:pt x="3534" y="423"/>
                  </a:lnTo>
                  <a:cubicBezTo>
                    <a:pt x="2225" y="204"/>
                    <a:pt x="1019" y="74"/>
                    <a:pt x="175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96"/>
            <p:cNvSpPr/>
            <p:nvPr/>
          </p:nvSpPr>
          <p:spPr>
            <a:xfrm>
              <a:off x="6739547" y="1842985"/>
              <a:ext cx="183636" cy="320170"/>
            </a:xfrm>
            <a:custGeom>
              <a:rect b="b" l="l" r="r" t="t"/>
              <a:pathLst>
                <a:path extrusionOk="0" h="6104" w="3501">
                  <a:moveTo>
                    <a:pt x="3064" y="1"/>
                  </a:moveTo>
                  <a:lnTo>
                    <a:pt x="418" y="539"/>
                  </a:lnTo>
                  <a:cubicBezTo>
                    <a:pt x="461" y="1047"/>
                    <a:pt x="54" y="5031"/>
                    <a:pt x="54" y="5031"/>
                  </a:cubicBezTo>
                  <a:cubicBezTo>
                    <a:pt x="0" y="5822"/>
                    <a:pt x="560" y="6104"/>
                    <a:pt x="1244" y="6104"/>
                  </a:cubicBezTo>
                  <a:cubicBezTo>
                    <a:pt x="2220" y="6104"/>
                    <a:pt x="3449" y="5527"/>
                    <a:pt x="3500" y="5031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96"/>
            <p:cNvSpPr/>
            <p:nvPr/>
          </p:nvSpPr>
          <p:spPr>
            <a:xfrm>
              <a:off x="6746943" y="1964259"/>
              <a:ext cx="85445" cy="90795"/>
            </a:xfrm>
            <a:custGeom>
              <a:rect b="b" l="l" r="r" t="t"/>
              <a:pathLst>
                <a:path extrusionOk="0" h="1731" w="1629">
                  <a:moveTo>
                    <a:pt x="175" y="0"/>
                  </a:moveTo>
                  <a:cubicBezTo>
                    <a:pt x="117" y="596"/>
                    <a:pt x="59" y="1222"/>
                    <a:pt x="0" y="1731"/>
                  </a:cubicBezTo>
                  <a:cubicBezTo>
                    <a:pt x="1629" y="1149"/>
                    <a:pt x="1454" y="44"/>
                    <a:pt x="1454" y="44"/>
                  </a:cubicBezTo>
                  <a:lnTo>
                    <a:pt x="175" y="0"/>
                  </a:lnTo>
                  <a:close/>
                </a:path>
              </a:pathLst>
            </a:custGeom>
            <a:solidFill>
              <a:srgbClr val="193B59">
                <a:alpha val="754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96"/>
            <p:cNvSpPr/>
            <p:nvPr/>
          </p:nvSpPr>
          <p:spPr>
            <a:xfrm>
              <a:off x="6638625" y="1704140"/>
              <a:ext cx="282247" cy="319331"/>
            </a:xfrm>
            <a:custGeom>
              <a:rect b="b" l="l" r="r" t="t"/>
              <a:pathLst>
                <a:path extrusionOk="0" h="6088" w="5381">
                  <a:moveTo>
                    <a:pt x="2228" y="0"/>
                  </a:moveTo>
                  <a:cubicBezTo>
                    <a:pt x="1545" y="0"/>
                    <a:pt x="898" y="235"/>
                    <a:pt x="510" y="845"/>
                  </a:cubicBezTo>
                  <a:cubicBezTo>
                    <a:pt x="1" y="1659"/>
                    <a:pt x="335" y="2110"/>
                    <a:pt x="335" y="2909"/>
                  </a:cubicBezTo>
                  <a:cubicBezTo>
                    <a:pt x="335" y="3782"/>
                    <a:pt x="15" y="5018"/>
                    <a:pt x="699" y="5657"/>
                  </a:cubicBezTo>
                  <a:cubicBezTo>
                    <a:pt x="988" y="5923"/>
                    <a:pt x="1450" y="6088"/>
                    <a:pt x="1973" y="6088"/>
                  </a:cubicBezTo>
                  <a:cubicBezTo>
                    <a:pt x="2712" y="6088"/>
                    <a:pt x="3574" y="5758"/>
                    <a:pt x="4246" y="4916"/>
                  </a:cubicBezTo>
                  <a:cubicBezTo>
                    <a:pt x="5380" y="3476"/>
                    <a:pt x="5133" y="1034"/>
                    <a:pt x="3883" y="408"/>
                  </a:cubicBezTo>
                  <a:cubicBezTo>
                    <a:pt x="3393" y="164"/>
                    <a:pt x="2798" y="0"/>
                    <a:pt x="2228" y="0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96"/>
            <p:cNvSpPr/>
            <p:nvPr/>
          </p:nvSpPr>
          <p:spPr>
            <a:xfrm>
              <a:off x="6671409" y="1854211"/>
              <a:ext cx="32888" cy="68923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89" y="22"/>
                    <a:pt x="277" y="34"/>
                  </a:cubicBezTo>
                  <a:cubicBezTo>
                    <a:pt x="248" y="252"/>
                    <a:pt x="190" y="455"/>
                    <a:pt x="132" y="659"/>
                  </a:cubicBezTo>
                  <a:cubicBezTo>
                    <a:pt x="45" y="935"/>
                    <a:pt x="1" y="1051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70"/>
                  </a:cubicBezTo>
                  <a:cubicBezTo>
                    <a:pt x="626" y="1241"/>
                    <a:pt x="612" y="1211"/>
                    <a:pt x="583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61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96"/>
            <p:cNvSpPr/>
            <p:nvPr/>
          </p:nvSpPr>
          <p:spPr>
            <a:xfrm>
              <a:off x="6706501" y="1915425"/>
              <a:ext cx="66405" cy="44794"/>
            </a:xfrm>
            <a:custGeom>
              <a:rect b="b" l="l" r="r" t="t"/>
              <a:pathLst>
                <a:path extrusionOk="0" h="854" w="1266">
                  <a:moveTo>
                    <a:pt x="1149" y="1"/>
                  </a:moveTo>
                  <a:lnTo>
                    <a:pt x="1149" y="1"/>
                  </a:lnTo>
                  <a:cubicBezTo>
                    <a:pt x="849" y="213"/>
                    <a:pt x="441" y="394"/>
                    <a:pt x="139" y="394"/>
                  </a:cubicBezTo>
                  <a:cubicBezTo>
                    <a:pt x="90" y="394"/>
                    <a:pt x="43" y="389"/>
                    <a:pt x="1" y="379"/>
                  </a:cubicBezTo>
                  <a:lnTo>
                    <a:pt x="1" y="379"/>
                  </a:lnTo>
                  <a:cubicBezTo>
                    <a:pt x="141" y="578"/>
                    <a:pt x="301" y="853"/>
                    <a:pt x="632" y="853"/>
                  </a:cubicBezTo>
                  <a:cubicBezTo>
                    <a:pt x="711" y="853"/>
                    <a:pt x="801" y="837"/>
                    <a:pt x="902" y="801"/>
                  </a:cubicBezTo>
                  <a:cubicBezTo>
                    <a:pt x="1237" y="684"/>
                    <a:pt x="1266" y="350"/>
                    <a:pt x="1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96"/>
            <p:cNvSpPr/>
            <p:nvPr/>
          </p:nvSpPr>
          <p:spPr>
            <a:xfrm>
              <a:off x="6705766" y="1915425"/>
              <a:ext cx="64097" cy="31314"/>
            </a:xfrm>
            <a:custGeom>
              <a:rect b="b" l="l" r="r" t="t"/>
              <a:pathLst>
                <a:path extrusionOk="0" h="597" w="1222">
                  <a:moveTo>
                    <a:pt x="1163" y="1"/>
                  </a:moveTo>
                  <a:cubicBezTo>
                    <a:pt x="1120" y="30"/>
                    <a:pt x="1076" y="59"/>
                    <a:pt x="1018" y="88"/>
                  </a:cubicBezTo>
                  <a:cubicBezTo>
                    <a:pt x="931" y="146"/>
                    <a:pt x="829" y="204"/>
                    <a:pt x="727" y="248"/>
                  </a:cubicBezTo>
                  <a:cubicBezTo>
                    <a:pt x="553" y="341"/>
                    <a:pt x="350" y="388"/>
                    <a:pt x="150" y="388"/>
                  </a:cubicBezTo>
                  <a:cubicBezTo>
                    <a:pt x="100" y="388"/>
                    <a:pt x="50" y="385"/>
                    <a:pt x="0" y="379"/>
                  </a:cubicBezTo>
                  <a:lnTo>
                    <a:pt x="0" y="379"/>
                  </a:lnTo>
                  <a:cubicBezTo>
                    <a:pt x="44" y="452"/>
                    <a:pt x="102" y="524"/>
                    <a:pt x="175" y="597"/>
                  </a:cubicBezTo>
                  <a:cubicBezTo>
                    <a:pt x="553" y="597"/>
                    <a:pt x="916" y="466"/>
                    <a:pt x="1222" y="233"/>
                  </a:cubicBezTo>
                  <a:cubicBezTo>
                    <a:pt x="1207" y="161"/>
                    <a:pt x="1178" y="74"/>
                    <a:pt x="1163" y="1"/>
                  </a:cubicBez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96"/>
            <p:cNvSpPr/>
            <p:nvPr/>
          </p:nvSpPr>
          <p:spPr>
            <a:xfrm>
              <a:off x="6724073" y="1820116"/>
              <a:ext cx="19093" cy="32101"/>
            </a:xfrm>
            <a:custGeom>
              <a:rect b="b" l="l" r="r" t="t"/>
              <a:pathLst>
                <a:path extrusionOk="0" h="612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96"/>
            <p:cNvSpPr/>
            <p:nvPr/>
          </p:nvSpPr>
          <p:spPr>
            <a:xfrm>
              <a:off x="6717201" y="1792157"/>
              <a:ext cx="52662" cy="18830"/>
            </a:xfrm>
            <a:custGeom>
              <a:rect b="b" l="l" r="r" t="t"/>
              <a:pathLst>
                <a:path extrusionOk="0" h="359" w="1004">
                  <a:moveTo>
                    <a:pt x="432" y="1"/>
                  </a:moveTo>
                  <a:cubicBezTo>
                    <a:pt x="247" y="1"/>
                    <a:pt x="75" y="111"/>
                    <a:pt x="0" y="286"/>
                  </a:cubicBezTo>
                  <a:cubicBezTo>
                    <a:pt x="10" y="309"/>
                    <a:pt x="26" y="318"/>
                    <a:pt x="49" y="318"/>
                  </a:cubicBezTo>
                  <a:cubicBezTo>
                    <a:pt x="126" y="318"/>
                    <a:pt x="274" y="210"/>
                    <a:pt x="466" y="199"/>
                  </a:cubicBezTo>
                  <a:cubicBezTo>
                    <a:pt x="655" y="199"/>
                    <a:pt x="844" y="257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2" y="1"/>
                    <a:pt x="4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96"/>
            <p:cNvSpPr/>
            <p:nvPr/>
          </p:nvSpPr>
          <p:spPr>
            <a:xfrm>
              <a:off x="6717201" y="1819539"/>
              <a:ext cx="16837" cy="5980"/>
            </a:xfrm>
            <a:custGeom>
              <a:rect b="b" l="l" r="r" t="t"/>
              <a:pathLst>
                <a:path extrusionOk="0" h="114" w="321">
                  <a:moveTo>
                    <a:pt x="155" y="0"/>
                  </a:moveTo>
                  <a:cubicBezTo>
                    <a:pt x="102" y="0"/>
                    <a:pt x="51" y="4"/>
                    <a:pt x="0" y="11"/>
                  </a:cubicBezTo>
                  <a:lnTo>
                    <a:pt x="320" y="113"/>
                  </a:lnTo>
                  <a:lnTo>
                    <a:pt x="320" y="11"/>
                  </a:lnTo>
                  <a:cubicBezTo>
                    <a:pt x="262" y="4"/>
                    <a:pt x="208" y="0"/>
                    <a:pt x="155" y="0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96"/>
            <p:cNvSpPr/>
            <p:nvPr/>
          </p:nvSpPr>
          <p:spPr>
            <a:xfrm>
              <a:off x="6657718" y="1830029"/>
              <a:ext cx="15316" cy="25964"/>
            </a:xfrm>
            <a:custGeom>
              <a:rect b="b" l="l" r="r" t="t"/>
              <a:pathLst>
                <a:path extrusionOk="0" h="495" w="292">
                  <a:moveTo>
                    <a:pt x="146" y="0"/>
                  </a:moveTo>
                  <a:cubicBezTo>
                    <a:pt x="58" y="0"/>
                    <a:pt x="0" y="117"/>
                    <a:pt x="0" y="248"/>
                  </a:cubicBezTo>
                  <a:cubicBezTo>
                    <a:pt x="0" y="393"/>
                    <a:pt x="58" y="495"/>
                    <a:pt x="146" y="495"/>
                  </a:cubicBezTo>
                  <a:cubicBezTo>
                    <a:pt x="218" y="495"/>
                    <a:pt x="291" y="393"/>
                    <a:pt x="291" y="248"/>
                  </a:cubicBezTo>
                  <a:cubicBezTo>
                    <a:pt x="291" y="117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96"/>
            <p:cNvSpPr/>
            <p:nvPr/>
          </p:nvSpPr>
          <p:spPr>
            <a:xfrm>
              <a:off x="6640933" y="1809835"/>
              <a:ext cx="35878" cy="20981"/>
            </a:xfrm>
            <a:custGeom>
              <a:rect b="b" l="l" r="r" t="t"/>
              <a:pathLst>
                <a:path extrusionOk="0" h="400" w="684">
                  <a:moveTo>
                    <a:pt x="399" y="1"/>
                  </a:moveTo>
                  <a:cubicBezTo>
                    <a:pt x="348" y="1"/>
                    <a:pt x="296" y="12"/>
                    <a:pt x="248" y="36"/>
                  </a:cubicBezTo>
                  <a:cubicBezTo>
                    <a:pt x="88" y="80"/>
                    <a:pt x="0" y="240"/>
                    <a:pt x="44" y="400"/>
                  </a:cubicBezTo>
                  <a:cubicBezTo>
                    <a:pt x="102" y="284"/>
                    <a:pt x="204" y="211"/>
                    <a:pt x="320" y="167"/>
                  </a:cubicBezTo>
                  <a:cubicBezTo>
                    <a:pt x="344" y="158"/>
                    <a:pt x="370" y="154"/>
                    <a:pt x="396" y="154"/>
                  </a:cubicBezTo>
                  <a:cubicBezTo>
                    <a:pt x="473" y="154"/>
                    <a:pt x="552" y="187"/>
                    <a:pt x="609" y="187"/>
                  </a:cubicBezTo>
                  <a:cubicBezTo>
                    <a:pt x="647" y="187"/>
                    <a:pt x="674" y="172"/>
                    <a:pt x="684" y="124"/>
                  </a:cubicBezTo>
                  <a:cubicBezTo>
                    <a:pt x="606" y="46"/>
                    <a:pt x="503" y="1"/>
                    <a:pt x="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96"/>
            <p:cNvSpPr/>
            <p:nvPr/>
          </p:nvSpPr>
          <p:spPr>
            <a:xfrm>
              <a:off x="6651581" y="1828875"/>
              <a:ext cx="13795" cy="5035"/>
            </a:xfrm>
            <a:custGeom>
              <a:rect b="b" l="l" r="r" t="t"/>
              <a:pathLst>
                <a:path extrusionOk="0" h="96" w="263">
                  <a:moveTo>
                    <a:pt x="132" y="1"/>
                  </a:moveTo>
                  <a:cubicBezTo>
                    <a:pt x="88" y="1"/>
                    <a:pt x="45" y="8"/>
                    <a:pt x="1" y="22"/>
                  </a:cubicBezTo>
                  <a:lnTo>
                    <a:pt x="263" y="95"/>
                  </a:lnTo>
                  <a:lnTo>
                    <a:pt x="263" y="22"/>
                  </a:lnTo>
                  <a:cubicBezTo>
                    <a:pt x="219" y="8"/>
                    <a:pt x="175" y="1"/>
                    <a:pt x="132" y="1"/>
                  </a:cubicBezTo>
                  <a:close/>
                </a:path>
              </a:pathLst>
            </a:custGeom>
            <a:solidFill>
              <a:srgbClr val="193B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96"/>
            <p:cNvSpPr/>
            <p:nvPr/>
          </p:nvSpPr>
          <p:spPr>
            <a:xfrm>
              <a:off x="6624935" y="1661390"/>
              <a:ext cx="289066" cy="201732"/>
            </a:xfrm>
            <a:custGeom>
              <a:rect b="b" l="l" r="r" t="t"/>
              <a:pathLst>
                <a:path extrusionOk="0" h="3846" w="5511">
                  <a:moveTo>
                    <a:pt x="2288" y="0"/>
                  </a:moveTo>
                  <a:cubicBezTo>
                    <a:pt x="1753" y="0"/>
                    <a:pt x="1264" y="116"/>
                    <a:pt x="916" y="395"/>
                  </a:cubicBezTo>
                  <a:cubicBezTo>
                    <a:pt x="0" y="1136"/>
                    <a:pt x="247" y="2445"/>
                    <a:pt x="247" y="2445"/>
                  </a:cubicBezTo>
                  <a:cubicBezTo>
                    <a:pt x="443" y="2559"/>
                    <a:pt x="719" y="2645"/>
                    <a:pt x="1059" y="2645"/>
                  </a:cubicBezTo>
                  <a:cubicBezTo>
                    <a:pt x="1628" y="2645"/>
                    <a:pt x="2378" y="2405"/>
                    <a:pt x="3242" y="1660"/>
                  </a:cubicBezTo>
                  <a:cubicBezTo>
                    <a:pt x="3242" y="2445"/>
                    <a:pt x="4100" y="3550"/>
                    <a:pt x="4522" y="3797"/>
                  </a:cubicBezTo>
                  <a:cubicBezTo>
                    <a:pt x="4576" y="3830"/>
                    <a:pt x="4623" y="3845"/>
                    <a:pt x="4665" y="3845"/>
                  </a:cubicBezTo>
                  <a:cubicBezTo>
                    <a:pt x="4914" y="3845"/>
                    <a:pt x="4975" y="3321"/>
                    <a:pt x="5249" y="3085"/>
                  </a:cubicBezTo>
                  <a:cubicBezTo>
                    <a:pt x="5336" y="3055"/>
                    <a:pt x="5511" y="976"/>
                    <a:pt x="4391" y="482"/>
                  </a:cubicBezTo>
                  <a:cubicBezTo>
                    <a:pt x="3751" y="195"/>
                    <a:pt x="2981" y="0"/>
                    <a:pt x="2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96"/>
            <p:cNvSpPr/>
            <p:nvPr/>
          </p:nvSpPr>
          <p:spPr>
            <a:xfrm>
              <a:off x="6855260" y="1810202"/>
              <a:ext cx="108944" cy="93995"/>
            </a:xfrm>
            <a:custGeom>
              <a:rect b="b" l="l" r="r" t="t"/>
              <a:pathLst>
                <a:path extrusionOk="0" h="1792" w="2077">
                  <a:moveTo>
                    <a:pt x="1353" y="1"/>
                  </a:moveTo>
                  <a:cubicBezTo>
                    <a:pt x="1170" y="1"/>
                    <a:pt x="986" y="79"/>
                    <a:pt x="858" y="248"/>
                  </a:cubicBezTo>
                  <a:cubicBezTo>
                    <a:pt x="625" y="553"/>
                    <a:pt x="0" y="1716"/>
                    <a:pt x="945" y="1789"/>
                  </a:cubicBezTo>
                  <a:cubicBezTo>
                    <a:pt x="974" y="1790"/>
                    <a:pt x="1002" y="1791"/>
                    <a:pt x="1030" y="1791"/>
                  </a:cubicBezTo>
                  <a:cubicBezTo>
                    <a:pt x="1983" y="1791"/>
                    <a:pt x="2076" y="833"/>
                    <a:pt x="1977" y="480"/>
                  </a:cubicBezTo>
                  <a:cubicBezTo>
                    <a:pt x="1899" y="175"/>
                    <a:pt x="1627" y="1"/>
                    <a:pt x="1353" y="1"/>
                  </a:cubicBezTo>
                  <a:close/>
                </a:path>
              </a:pathLst>
            </a:custGeom>
            <a:solidFill>
              <a:srgbClr val="E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96"/>
            <p:cNvSpPr/>
            <p:nvPr/>
          </p:nvSpPr>
          <p:spPr>
            <a:xfrm>
              <a:off x="6900213" y="1827459"/>
              <a:ext cx="39707" cy="46840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64"/>
                    <a:pt x="103" y="893"/>
                    <a:pt x="132" y="893"/>
                  </a:cubicBezTo>
                  <a:lnTo>
                    <a:pt x="146" y="893"/>
                  </a:ln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1"/>
                    <a:pt x="498" y="111"/>
                  </a:cubicBezTo>
                  <a:cubicBezTo>
                    <a:pt x="560" y="111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7"/>
                    <a:pt x="757" y="108"/>
                    <a:pt x="728" y="78"/>
                  </a:cubicBezTo>
                  <a:cubicBezTo>
                    <a:pt x="667" y="26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96"/>
            <p:cNvSpPr/>
            <p:nvPr/>
          </p:nvSpPr>
          <p:spPr>
            <a:xfrm>
              <a:off x="5705888" y="3388177"/>
              <a:ext cx="2246069" cy="183059"/>
            </a:xfrm>
            <a:custGeom>
              <a:rect b="b" l="l" r="r" t="t"/>
              <a:pathLst>
                <a:path extrusionOk="0" fill="none" h="3490" w="42821">
                  <a:moveTo>
                    <a:pt x="42820" y="0"/>
                  </a:moveTo>
                  <a:cubicBezTo>
                    <a:pt x="42820" y="1934"/>
                    <a:pt x="33238" y="3490"/>
                    <a:pt x="21418" y="3490"/>
                  </a:cubicBezTo>
                  <a:cubicBezTo>
                    <a:pt x="9582" y="3490"/>
                    <a:pt x="1" y="1934"/>
                    <a:pt x="1" y="0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96"/>
            <p:cNvSpPr/>
            <p:nvPr/>
          </p:nvSpPr>
          <p:spPr>
            <a:xfrm>
              <a:off x="5522876" y="2794030"/>
              <a:ext cx="2612082" cy="234935"/>
            </a:xfrm>
            <a:custGeom>
              <a:rect b="b" l="l" r="r" t="t"/>
              <a:pathLst>
                <a:path extrusionOk="0" fill="none" h="4479" w="49799">
                  <a:moveTo>
                    <a:pt x="49799" y="1"/>
                  </a:moveTo>
                  <a:cubicBezTo>
                    <a:pt x="49799" y="2472"/>
                    <a:pt x="38661" y="4479"/>
                    <a:pt x="24907" y="4479"/>
                  </a:cubicBezTo>
                  <a:cubicBezTo>
                    <a:pt x="11152" y="4479"/>
                    <a:pt x="0" y="2472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96"/>
            <p:cNvSpPr/>
            <p:nvPr/>
          </p:nvSpPr>
          <p:spPr>
            <a:xfrm>
              <a:off x="5857690" y="3948701"/>
              <a:ext cx="1943260" cy="130502"/>
            </a:xfrm>
            <a:custGeom>
              <a:rect b="b" l="l" r="r" t="t"/>
              <a:pathLst>
                <a:path extrusionOk="0" fill="none" h="2488" w="37048">
                  <a:moveTo>
                    <a:pt x="37047" y="1"/>
                  </a:moveTo>
                  <a:cubicBezTo>
                    <a:pt x="37047" y="1368"/>
                    <a:pt x="28745" y="2487"/>
                    <a:pt x="18524" y="2487"/>
                  </a:cubicBezTo>
                  <a:cubicBezTo>
                    <a:pt x="8288" y="2487"/>
                    <a:pt x="0" y="1368"/>
                    <a:pt x="0" y="1"/>
                  </a:cubicBezTo>
                </a:path>
              </a:pathLst>
            </a:custGeom>
            <a:noFill/>
            <a:ln cap="rnd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96"/>
            <p:cNvSpPr/>
            <p:nvPr/>
          </p:nvSpPr>
          <p:spPr>
            <a:xfrm>
              <a:off x="5340598" y="1457973"/>
              <a:ext cx="328720" cy="859434"/>
            </a:xfrm>
            <a:custGeom>
              <a:rect b="b" l="l" r="r" t="t"/>
              <a:pathLst>
                <a:path extrusionOk="0" h="16385" w="6267">
                  <a:moveTo>
                    <a:pt x="5468" y="1"/>
                  </a:moveTo>
                  <a:cubicBezTo>
                    <a:pt x="5401" y="1"/>
                    <a:pt x="5332" y="9"/>
                    <a:pt x="5263" y="27"/>
                  </a:cubicBezTo>
                  <a:cubicBezTo>
                    <a:pt x="1948" y="870"/>
                    <a:pt x="0" y="1917"/>
                    <a:pt x="0" y="3037"/>
                  </a:cubicBezTo>
                  <a:lnTo>
                    <a:pt x="0" y="16384"/>
                  </a:lnTo>
                  <a:cubicBezTo>
                    <a:pt x="0" y="15221"/>
                    <a:pt x="2108" y="14145"/>
                    <a:pt x="5656" y="13273"/>
                  </a:cubicBezTo>
                  <a:cubicBezTo>
                    <a:pt x="6020" y="13186"/>
                    <a:pt x="6267" y="12866"/>
                    <a:pt x="6267" y="12502"/>
                  </a:cubicBezTo>
                  <a:lnTo>
                    <a:pt x="6267" y="798"/>
                  </a:lnTo>
                  <a:cubicBezTo>
                    <a:pt x="6267" y="345"/>
                    <a:pt x="5897" y="1"/>
                    <a:pt x="546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96"/>
            <p:cNvSpPr/>
            <p:nvPr/>
          </p:nvSpPr>
          <p:spPr>
            <a:xfrm>
              <a:off x="5946914" y="1895597"/>
              <a:ext cx="26751" cy="20666"/>
            </a:xfrm>
            <a:custGeom>
              <a:rect b="b" l="l" r="r" t="t"/>
              <a:pathLst>
                <a:path extrusionOk="0" h="394" w="510">
                  <a:moveTo>
                    <a:pt x="15" y="1"/>
                  </a:moveTo>
                  <a:lnTo>
                    <a:pt x="0" y="306"/>
                  </a:lnTo>
                  <a:lnTo>
                    <a:pt x="509" y="393"/>
                  </a:lnTo>
                  <a:lnTo>
                    <a:pt x="509" y="103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96"/>
            <p:cNvSpPr/>
            <p:nvPr/>
          </p:nvSpPr>
          <p:spPr>
            <a:xfrm>
              <a:off x="5867603" y="1881120"/>
              <a:ext cx="67926" cy="28272"/>
            </a:xfrm>
            <a:custGeom>
              <a:rect b="b" l="l" r="r" t="t"/>
              <a:pathLst>
                <a:path extrusionOk="0" h="539" w="1295">
                  <a:moveTo>
                    <a:pt x="58" y="1"/>
                  </a:moveTo>
                  <a:lnTo>
                    <a:pt x="0" y="306"/>
                  </a:lnTo>
                  <a:lnTo>
                    <a:pt x="1265" y="538"/>
                  </a:lnTo>
                  <a:lnTo>
                    <a:pt x="1294" y="233"/>
                  </a:lnTo>
                  <a:lnTo>
                    <a:pt x="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96"/>
            <p:cNvSpPr/>
            <p:nvPr/>
          </p:nvSpPr>
          <p:spPr>
            <a:xfrm>
              <a:off x="5890473" y="1917733"/>
              <a:ext cx="82403" cy="32101"/>
            </a:xfrm>
            <a:custGeom>
              <a:rect b="b" l="l" r="r" t="t"/>
              <a:pathLst>
                <a:path extrusionOk="0" h="612" w="1571">
                  <a:moveTo>
                    <a:pt x="44" y="0"/>
                  </a:moveTo>
                  <a:lnTo>
                    <a:pt x="0" y="335"/>
                  </a:lnTo>
                  <a:lnTo>
                    <a:pt x="1571" y="611"/>
                  </a:lnTo>
                  <a:lnTo>
                    <a:pt x="1571" y="291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96"/>
            <p:cNvSpPr/>
            <p:nvPr/>
          </p:nvSpPr>
          <p:spPr>
            <a:xfrm>
              <a:off x="5922470" y="1959696"/>
              <a:ext cx="49620" cy="26751"/>
            </a:xfrm>
            <a:custGeom>
              <a:rect b="b" l="l" r="r" t="t"/>
              <a:pathLst>
                <a:path extrusionOk="0" h="510" w="946">
                  <a:moveTo>
                    <a:pt x="30" y="0"/>
                  </a:moveTo>
                  <a:lnTo>
                    <a:pt x="1" y="349"/>
                  </a:lnTo>
                  <a:lnTo>
                    <a:pt x="946" y="509"/>
                  </a:lnTo>
                  <a:lnTo>
                    <a:pt x="946" y="16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96"/>
            <p:cNvSpPr/>
            <p:nvPr/>
          </p:nvSpPr>
          <p:spPr>
            <a:xfrm>
              <a:off x="5856116" y="1948261"/>
              <a:ext cx="52715" cy="27485"/>
            </a:xfrm>
            <a:custGeom>
              <a:rect b="b" l="l" r="r" t="t"/>
              <a:pathLst>
                <a:path extrusionOk="0" h="524" w="1005">
                  <a:moveTo>
                    <a:pt x="59" y="0"/>
                  </a:moveTo>
                  <a:lnTo>
                    <a:pt x="1" y="349"/>
                  </a:lnTo>
                  <a:lnTo>
                    <a:pt x="975" y="523"/>
                  </a:lnTo>
                  <a:lnTo>
                    <a:pt x="1004" y="16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96"/>
            <p:cNvSpPr/>
            <p:nvPr/>
          </p:nvSpPr>
          <p:spPr>
            <a:xfrm>
              <a:off x="5761541" y="2251760"/>
              <a:ext cx="7711" cy="2360"/>
            </a:xfrm>
            <a:custGeom>
              <a:rect b="b" l="l" r="r" t="t"/>
              <a:pathLst>
                <a:path extrusionOk="0" h="45" w="147">
                  <a:moveTo>
                    <a:pt x="146" y="44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C1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96"/>
            <p:cNvSpPr/>
            <p:nvPr/>
          </p:nvSpPr>
          <p:spPr>
            <a:xfrm>
              <a:off x="5495390" y="2173236"/>
              <a:ext cx="266196" cy="117494"/>
            </a:xfrm>
            <a:custGeom>
              <a:rect b="b" l="l" r="r" t="t"/>
              <a:pathLst>
                <a:path extrusionOk="0" h="2240" w="5075">
                  <a:moveTo>
                    <a:pt x="1" y="0"/>
                  </a:moveTo>
                  <a:lnTo>
                    <a:pt x="1" y="785"/>
                  </a:lnTo>
                  <a:cubicBezTo>
                    <a:pt x="1644" y="1396"/>
                    <a:pt x="3345" y="1890"/>
                    <a:pt x="5075" y="2239"/>
                  </a:cubicBezTo>
                  <a:lnTo>
                    <a:pt x="5075" y="1498"/>
                  </a:lnTo>
                  <a:cubicBezTo>
                    <a:pt x="3345" y="1134"/>
                    <a:pt x="1644" y="64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96"/>
            <p:cNvSpPr/>
            <p:nvPr/>
          </p:nvSpPr>
          <p:spPr>
            <a:xfrm>
              <a:off x="5495390" y="2336421"/>
              <a:ext cx="295989" cy="115972"/>
            </a:xfrm>
            <a:custGeom>
              <a:rect b="b" l="l" r="r" t="t"/>
              <a:pathLst>
                <a:path extrusionOk="0" h="2211" w="5643">
                  <a:moveTo>
                    <a:pt x="1" y="1"/>
                  </a:moveTo>
                  <a:lnTo>
                    <a:pt x="1" y="771"/>
                  </a:lnTo>
                  <a:cubicBezTo>
                    <a:pt x="1847" y="1397"/>
                    <a:pt x="3737" y="1876"/>
                    <a:pt x="5642" y="2211"/>
                  </a:cubicBezTo>
                  <a:lnTo>
                    <a:pt x="5642" y="1469"/>
                  </a:lnTo>
                  <a:cubicBezTo>
                    <a:pt x="3723" y="1135"/>
                    <a:pt x="1847" y="64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96"/>
            <p:cNvSpPr/>
            <p:nvPr/>
          </p:nvSpPr>
          <p:spPr>
            <a:xfrm>
              <a:off x="5495390" y="2254855"/>
              <a:ext cx="145713" cy="86179"/>
            </a:xfrm>
            <a:custGeom>
              <a:rect b="b" l="l" r="r" t="t"/>
              <a:pathLst>
                <a:path extrusionOk="0" h="1643" w="2778">
                  <a:moveTo>
                    <a:pt x="1" y="0"/>
                  </a:moveTo>
                  <a:lnTo>
                    <a:pt x="1" y="771"/>
                  </a:lnTo>
                  <a:cubicBezTo>
                    <a:pt x="917" y="1105"/>
                    <a:pt x="1847" y="1396"/>
                    <a:pt x="2778" y="1643"/>
                  </a:cubicBezTo>
                  <a:lnTo>
                    <a:pt x="2778" y="887"/>
                  </a:lnTo>
                  <a:cubicBezTo>
                    <a:pt x="1847" y="625"/>
                    <a:pt x="917" y="334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96"/>
            <p:cNvSpPr/>
            <p:nvPr/>
          </p:nvSpPr>
          <p:spPr>
            <a:xfrm>
              <a:off x="5506090" y="1821637"/>
              <a:ext cx="114451" cy="135800"/>
            </a:xfrm>
            <a:custGeom>
              <a:rect b="b" l="l" r="r" t="t"/>
              <a:pathLst>
                <a:path extrusionOk="0" h="2589" w="2182">
                  <a:moveTo>
                    <a:pt x="15" y="0"/>
                  </a:moveTo>
                  <a:lnTo>
                    <a:pt x="0" y="902"/>
                  </a:lnTo>
                  <a:cubicBezTo>
                    <a:pt x="771" y="931"/>
                    <a:pt x="1396" y="1658"/>
                    <a:pt x="1381" y="2574"/>
                  </a:cubicBezTo>
                  <a:lnTo>
                    <a:pt x="2167" y="2589"/>
                  </a:lnTo>
                  <a:cubicBezTo>
                    <a:pt x="2181" y="1178"/>
                    <a:pt x="1222" y="30"/>
                    <a:pt x="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96"/>
            <p:cNvSpPr/>
            <p:nvPr/>
          </p:nvSpPr>
          <p:spPr>
            <a:xfrm>
              <a:off x="5555659" y="1956601"/>
              <a:ext cx="64097" cy="94624"/>
            </a:xfrm>
            <a:custGeom>
              <a:rect b="b" l="l" r="r" t="t"/>
              <a:pathLst>
                <a:path extrusionOk="0" h="1804" w="1222">
                  <a:moveTo>
                    <a:pt x="436" y="1"/>
                  </a:moveTo>
                  <a:cubicBezTo>
                    <a:pt x="436" y="423"/>
                    <a:pt x="277" y="830"/>
                    <a:pt x="0" y="1150"/>
                  </a:cubicBezTo>
                  <a:lnTo>
                    <a:pt x="553" y="1804"/>
                  </a:lnTo>
                  <a:cubicBezTo>
                    <a:pt x="974" y="1310"/>
                    <a:pt x="1207" y="670"/>
                    <a:pt x="1222" y="16"/>
                  </a:cubicBezTo>
                  <a:lnTo>
                    <a:pt x="43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96"/>
            <p:cNvSpPr/>
            <p:nvPr/>
          </p:nvSpPr>
          <p:spPr>
            <a:xfrm>
              <a:off x="5389380" y="1821584"/>
              <a:ext cx="195281" cy="267036"/>
            </a:xfrm>
            <a:custGeom>
              <a:rect b="b" l="l" r="r" t="t"/>
              <a:pathLst>
                <a:path extrusionOk="0" h="5091" w="3723">
                  <a:moveTo>
                    <a:pt x="2194" y="1"/>
                  </a:moveTo>
                  <a:cubicBezTo>
                    <a:pt x="1008" y="1"/>
                    <a:pt x="44" y="1110"/>
                    <a:pt x="15" y="2502"/>
                  </a:cubicBezTo>
                  <a:cubicBezTo>
                    <a:pt x="1" y="3913"/>
                    <a:pt x="960" y="5061"/>
                    <a:pt x="2167" y="5090"/>
                  </a:cubicBezTo>
                  <a:cubicBezTo>
                    <a:pt x="2763" y="5090"/>
                    <a:pt x="3330" y="4829"/>
                    <a:pt x="3723" y="4378"/>
                  </a:cubicBezTo>
                  <a:lnTo>
                    <a:pt x="3170" y="3709"/>
                  </a:lnTo>
                  <a:cubicBezTo>
                    <a:pt x="2923" y="4014"/>
                    <a:pt x="2560" y="4174"/>
                    <a:pt x="2182" y="4174"/>
                  </a:cubicBezTo>
                  <a:cubicBezTo>
                    <a:pt x="1411" y="4160"/>
                    <a:pt x="786" y="3418"/>
                    <a:pt x="800" y="2517"/>
                  </a:cubicBezTo>
                  <a:cubicBezTo>
                    <a:pt x="815" y="1624"/>
                    <a:pt x="1442" y="903"/>
                    <a:pt x="2202" y="903"/>
                  </a:cubicBezTo>
                  <a:cubicBezTo>
                    <a:pt x="2210" y="903"/>
                    <a:pt x="2218" y="903"/>
                    <a:pt x="2225" y="903"/>
                  </a:cubicBezTo>
                  <a:lnTo>
                    <a:pt x="2240" y="1"/>
                  </a:lnTo>
                  <a:cubicBezTo>
                    <a:pt x="2224" y="1"/>
                    <a:pt x="2209" y="1"/>
                    <a:pt x="21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96"/>
            <p:cNvSpPr/>
            <p:nvPr/>
          </p:nvSpPr>
          <p:spPr>
            <a:xfrm>
              <a:off x="5641841" y="2300595"/>
              <a:ext cx="247891" cy="88540"/>
            </a:xfrm>
            <a:custGeom>
              <a:rect b="b" l="l" r="r" t="t"/>
              <a:pathLst>
                <a:path extrusionOk="0" h="1688" w="4726">
                  <a:moveTo>
                    <a:pt x="0" y="0"/>
                  </a:moveTo>
                  <a:lnTo>
                    <a:pt x="0" y="756"/>
                  </a:lnTo>
                  <a:cubicBezTo>
                    <a:pt x="1541" y="1178"/>
                    <a:pt x="3126" y="1483"/>
                    <a:pt x="4726" y="1687"/>
                  </a:cubicBezTo>
                  <a:lnTo>
                    <a:pt x="4726" y="960"/>
                  </a:lnTo>
                  <a:cubicBezTo>
                    <a:pt x="3184" y="756"/>
                    <a:pt x="1672" y="466"/>
                    <a:pt x="175" y="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96"/>
            <p:cNvSpPr/>
            <p:nvPr/>
          </p:nvSpPr>
          <p:spPr>
            <a:xfrm>
              <a:off x="5761541" y="2251760"/>
              <a:ext cx="128194" cy="60320"/>
            </a:xfrm>
            <a:custGeom>
              <a:rect b="b" l="l" r="r" t="t"/>
              <a:pathLst>
                <a:path extrusionOk="0" h="1150" w="2444">
                  <a:moveTo>
                    <a:pt x="1" y="1"/>
                  </a:moveTo>
                  <a:lnTo>
                    <a:pt x="1" y="742"/>
                  </a:lnTo>
                  <a:cubicBezTo>
                    <a:pt x="801" y="902"/>
                    <a:pt x="1615" y="1048"/>
                    <a:pt x="2444" y="1149"/>
                  </a:cubicBezTo>
                  <a:lnTo>
                    <a:pt x="2444" y="423"/>
                  </a:lnTo>
                  <a:cubicBezTo>
                    <a:pt x="1673" y="321"/>
                    <a:pt x="902" y="190"/>
                    <a:pt x="146" y="3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96"/>
            <p:cNvSpPr/>
            <p:nvPr/>
          </p:nvSpPr>
          <p:spPr>
            <a:xfrm>
              <a:off x="5791335" y="2412689"/>
              <a:ext cx="98401" cy="53449"/>
            </a:xfrm>
            <a:custGeom>
              <a:rect b="b" l="l" r="r" t="t"/>
              <a:pathLst>
                <a:path extrusionOk="0" h="1019" w="1876">
                  <a:moveTo>
                    <a:pt x="0" y="1"/>
                  </a:moveTo>
                  <a:lnTo>
                    <a:pt x="0" y="742"/>
                  </a:lnTo>
                  <a:cubicBezTo>
                    <a:pt x="625" y="844"/>
                    <a:pt x="1250" y="946"/>
                    <a:pt x="1876" y="1019"/>
                  </a:cubicBezTo>
                  <a:lnTo>
                    <a:pt x="1876" y="292"/>
                  </a:lnTo>
                  <a:cubicBezTo>
                    <a:pt x="1294" y="219"/>
                    <a:pt x="712" y="132"/>
                    <a:pt x="131" y="3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96"/>
            <p:cNvSpPr/>
            <p:nvPr/>
          </p:nvSpPr>
          <p:spPr>
            <a:xfrm>
              <a:off x="7989316" y="1457973"/>
              <a:ext cx="328772" cy="859434"/>
            </a:xfrm>
            <a:custGeom>
              <a:rect b="b" l="l" r="r" t="t"/>
              <a:pathLst>
                <a:path extrusionOk="0" h="16385" w="6268">
                  <a:moveTo>
                    <a:pt x="786" y="1"/>
                  </a:moveTo>
                  <a:cubicBezTo>
                    <a:pt x="360" y="1"/>
                    <a:pt x="1" y="345"/>
                    <a:pt x="1" y="798"/>
                  </a:cubicBezTo>
                  <a:lnTo>
                    <a:pt x="1" y="12502"/>
                  </a:lnTo>
                  <a:cubicBezTo>
                    <a:pt x="1" y="12866"/>
                    <a:pt x="248" y="13186"/>
                    <a:pt x="611" y="13273"/>
                  </a:cubicBezTo>
                  <a:cubicBezTo>
                    <a:pt x="4159" y="14145"/>
                    <a:pt x="6267" y="15221"/>
                    <a:pt x="6267" y="16384"/>
                  </a:cubicBezTo>
                  <a:lnTo>
                    <a:pt x="6267" y="3037"/>
                  </a:lnTo>
                  <a:cubicBezTo>
                    <a:pt x="6267" y="1917"/>
                    <a:pt x="4304" y="870"/>
                    <a:pt x="989" y="27"/>
                  </a:cubicBezTo>
                  <a:cubicBezTo>
                    <a:pt x="921" y="9"/>
                    <a:pt x="852" y="1"/>
                    <a:pt x="7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96"/>
            <p:cNvSpPr/>
            <p:nvPr/>
          </p:nvSpPr>
          <p:spPr>
            <a:xfrm>
              <a:off x="7610283" y="1617223"/>
              <a:ext cx="707794" cy="926206"/>
            </a:xfrm>
            <a:custGeom>
              <a:rect b="b" l="l" r="r" t="t"/>
              <a:pathLst>
                <a:path extrusionOk="0" h="17658" w="13494">
                  <a:moveTo>
                    <a:pt x="13493" y="1"/>
                  </a:moveTo>
                  <a:cubicBezTo>
                    <a:pt x="13493" y="1818"/>
                    <a:pt x="8404" y="3403"/>
                    <a:pt x="698" y="4334"/>
                  </a:cubicBezTo>
                  <a:cubicBezTo>
                    <a:pt x="306" y="4377"/>
                    <a:pt x="0" y="4712"/>
                    <a:pt x="0" y="5119"/>
                  </a:cubicBezTo>
                  <a:lnTo>
                    <a:pt x="0" y="16852"/>
                  </a:lnTo>
                  <a:cubicBezTo>
                    <a:pt x="0" y="17299"/>
                    <a:pt x="366" y="17658"/>
                    <a:pt x="792" y="17658"/>
                  </a:cubicBezTo>
                  <a:cubicBezTo>
                    <a:pt x="824" y="17658"/>
                    <a:pt x="855" y="17656"/>
                    <a:pt x="887" y="17652"/>
                  </a:cubicBezTo>
                  <a:cubicBezTo>
                    <a:pt x="8492" y="16721"/>
                    <a:pt x="13493" y="15137"/>
                    <a:pt x="13493" y="13348"/>
                  </a:cubicBezTo>
                  <a:lnTo>
                    <a:pt x="13493" y="1"/>
                  </a:ln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96"/>
            <p:cNvSpPr/>
            <p:nvPr/>
          </p:nvSpPr>
          <p:spPr>
            <a:xfrm>
              <a:off x="7662160" y="1749932"/>
              <a:ext cx="603309" cy="739843"/>
            </a:xfrm>
            <a:custGeom>
              <a:rect b="b" l="l" r="r" t="t"/>
              <a:pathLst>
                <a:path extrusionOk="0" h="14105" w="11502">
                  <a:moveTo>
                    <a:pt x="11501" y="1"/>
                  </a:moveTo>
                  <a:cubicBezTo>
                    <a:pt x="10803" y="364"/>
                    <a:pt x="10062" y="670"/>
                    <a:pt x="9306" y="917"/>
                  </a:cubicBezTo>
                  <a:cubicBezTo>
                    <a:pt x="7052" y="1658"/>
                    <a:pt x="3839" y="2298"/>
                    <a:pt x="0" y="2763"/>
                  </a:cubicBezTo>
                  <a:lnTo>
                    <a:pt x="0" y="14104"/>
                  </a:lnTo>
                  <a:cubicBezTo>
                    <a:pt x="9291" y="12941"/>
                    <a:pt x="11443" y="11211"/>
                    <a:pt x="11501" y="10818"/>
                  </a:cubicBezTo>
                  <a:lnTo>
                    <a:pt x="11501" y="1"/>
                  </a:lnTo>
                  <a:close/>
                </a:path>
              </a:pathLst>
            </a:custGeom>
            <a:solidFill>
              <a:srgbClr val="FAF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96"/>
            <p:cNvSpPr/>
            <p:nvPr/>
          </p:nvSpPr>
          <p:spPr>
            <a:xfrm>
              <a:off x="7989316" y="1749932"/>
              <a:ext cx="276162" cy="495781"/>
            </a:xfrm>
            <a:custGeom>
              <a:rect b="b" l="l" r="r" t="t"/>
              <a:pathLst>
                <a:path extrusionOk="0" h="9452" w="5265">
                  <a:moveTo>
                    <a:pt x="5264" y="1"/>
                  </a:moveTo>
                  <a:cubicBezTo>
                    <a:pt x="4566" y="364"/>
                    <a:pt x="3825" y="670"/>
                    <a:pt x="3069" y="902"/>
                  </a:cubicBezTo>
                  <a:cubicBezTo>
                    <a:pt x="2065" y="1237"/>
                    <a:pt x="1033" y="1513"/>
                    <a:pt x="1" y="1731"/>
                  </a:cubicBezTo>
                  <a:lnTo>
                    <a:pt x="1" y="6936"/>
                  </a:lnTo>
                  <a:cubicBezTo>
                    <a:pt x="1" y="7300"/>
                    <a:pt x="248" y="7620"/>
                    <a:pt x="611" y="7707"/>
                  </a:cubicBezTo>
                  <a:cubicBezTo>
                    <a:pt x="2720" y="8230"/>
                    <a:pt x="4319" y="8812"/>
                    <a:pt x="5264" y="9452"/>
                  </a:cubicBezTo>
                  <a:lnTo>
                    <a:pt x="526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96"/>
            <p:cNvSpPr/>
            <p:nvPr/>
          </p:nvSpPr>
          <p:spPr>
            <a:xfrm>
              <a:off x="7714772" y="1830764"/>
              <a:ext cx="498823" cy="599532"/>
            </a:xfrm>
            <a:custGeom>
              <a:rect b="b" l="l" r="r" t="t"/>
              <a:pathLst>
                <a:path extrusionOk="0" fill="none" h="11430" w="9510">
                  <a:moveTo>
                    <a:pt x="0" y="2095"/>
                  </a:moveTo>
                  <a:cubicBezTo>
                    <a:pt x="3519" y="1629"/>
                    <a:pt x="6485" y="1019"/>
                    <a:pt x="8622" y="321"/>
                  </a:cubicBezTo>
                  <a:cubicBezTo>
                    <a:pt x="8942" y="204"/>
                    <a:pt x="9233" y="103"/>
                    <a:pt x="9509" y="1"/>
                  </a:cubicBezTo>
                  <a:lnTo>
                    <a:pt x="9509" y="8914"/>
                  </a:lnTo>
                  <a:cubicBezTo>
                    <a:pt x="8986" y="9277"/>
                    <a:pt x="6805" y="10484"/>
                    <a:pt x="0" y="11429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96"/>
            <p:cNvSpPr/>
            <p:nvPr/>
          </p:nvSpPr>
          <p:spPr>
            <a:xfrm>
              <a:off x="7714772" y="2182363"/>
              <a:ext cx="498823" cy="186888"/>
            </a:xfrm>
            <a:custGeom>
              <a:rect b="b" l="l" r="r" t="t"/>
              <a:pathLst>
                <a:path extrusionOk="0" fill="none" h="3563" w="9510">
                  <a:moveTo>
                    <a:pt x="0" y="3563"/>
                  </a:moveTo>
                  <a:lnTo>
                    <a:pt x="3679" y="757"/>
                  </a:lnTo>
                  <a:cubicBezTo>
                    <a:pt x="3868" y="597"/>
                    <a:pt x="4144" y="539"/>
                    <a:pt x="4391" y="626"/>
                  </a:cubicBezTo>
                  <a:lnTo>
                    <a:pt x="5889" y="1077"/>
                  </a:lnTo>
                  <a:cubicBezTo>
                    <a:pt x="6165" y="1149"/>
                    <a:pt x="6456" y="1077"/>
                    <a:pt x="6660" y="888"/>
                  </a:cubicBezTo>
                  <a:lnTo>
                    <a:pt x="7314" y="277"/>
                  </a:lnTo>
                  <a:cubicBezTo>
                    <a:pt x="7546" y="59"/>
                    <a:pt x="7866" y="1"/>
                    <a:pt x="8157" y="117"/>
                  </a:cubicBezTo>
                  <a:lnTo>
                    <a:pt x="9509" y="684"/>
                  </a:lnTo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96"/>
            <p:cNvSpPr/>
            <p:nvPr/>
          </p:nvSpPr>
          <p:spPr>
            <a:xfrm>
              <a:off x="7936705" y="2040527"/>
              <a:ext cx="63363" cy="83924"/>
            </a:xfrm>
            <a:custGeom>
              <a:rect b="b" l="l" r="r" t="t"/>
              <a:pathLst>
                <a:path extrusionOk="0" fill="none" h="1600" w="1208">
                  <a:moveTo>
                    <a:pt x="1207" y="800"/>
                  </a:moveTo>
                  <a:cubicBezTo>
                    <a:pt x="1207" y="1236"/>
                    <a:pt x="931" y="1600"/>
                    <a:pt x="611" y="1600"/>
                  </a:cubicBezTo>
                  <a:cubicBezTo>
                    <a:pt x="277" y="1600"/>
                    <a:pt x="0" y="1236"/>
                    <a:pt x="0" y="800"/>
                  </a:cubicBezTo>
                  <a:cubicBezTo>
                    <a:pt x="0" y="364"/>
                    <a:pt x="277" y="0"/>
                    <a:pt x="611" y="0"/>
                  </a:cubicBezTo>
                  <a:cubicBezTo>
                    <a:pt x="931" y="0"/>
                    <a:pt x="1207" y="364"/>
                    <a:pt x="1207" y="800"/>
                  </a:cubicBezTo>
                  <a:close/>
                </a:path>
              </a:pathLst>
            </a:custGeom>
            <a:noFill/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96"/>
            <p:cNvSpPr/>
            <p:nvPr/>
          </p:nvSpPr>
          <p:spPr>
            <a:xfrm>
              <a:off x="5340598" y="1617223"/>
              <a:ext cx="707742" cy="926206"/>
            </a:xfrm>
            <a:custGeom>
              <a:rect b="b" l="l" r="r" t="t"/>
              <a:pathLst>
                <a:path extrusionOk="0" h="17658" w="13493">
                  <a:moveTo>
                    <a:pt x="0" y="1"/>
                  </a:moveTo>
                  <a:lnTo>
                    <a:pt x="0" y="13348"/>
                  </a:lnTo>
                  <a:cubicBezTo>
                    <a:pt x="0" y="15137"/>
                    <a:pt x="5002" y="16721"/>
                    <a:pt x="12591" y="17652"/>
                  </a:cubicBezTo>
                  <a:cubicBezTo>
                    <a:pt x="12624" y="17656"/>
                    <a:pt x="12657" y="17658"/>
                    <a:pt x="12689" y="17658"/>
                  </a:cubicBezTo>
                  <a:cubicBezTo>
                    <a:pt x="13127" y="17658"/>
                    <a:pt x="13493" y="17299"/>
                    <a:pt x="13493" y="16852"/>
                  </a:cubicBezTo>
                  <a:lnTo>
                    <a:pt x="13493" y="5119"/>
                  </a:lnTo>
                  <a:cubicBezTo>
                    <a:pt x="13493" y="4712"/>
                    <a:pt x="13188" y="4377"/>
                    <a:pt x="12795" y="4334"/>
                  </a:cubicBezTo>
                  <a:cubicBezTo>
                    <a:pt x="5089" y="3403"/>
                    <a:pt x="0" y="1818"/>
                    <a:pt x="0" y="1"/>
                  </a:cubicBezTo>
                  <a:close/>
                </a:path>
              </a:pathLst>
            </a:custGeom>
            <a:solidFill>
              <a:srgbClr val="193B59">
                <a:alpha val="150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96"/>
            <p:cNvSpPr/>
            <p:nvPr/>
          </p:nvSpPr>
          <p:spPr>
            <a:xfrm>
              <a:off x="5480783" y="4592466"/>
              <a:ext cx="2715381" cy="16048"/>
            </a:xfrm>
            <a:custGeom>
              <a:rect b="b" l="l" r="r" t="t"/>
              <a:pathLst>
                <a:path extrusionOk="0" h="364" w="79970">
                  <a:moveTo>
                    <a:pt x="0" y="0"/>
                  </a:moveTo>
                  <a:lnTo>
                    <a:pt x="0" y="364"/>
                  </a:lnTo>
                  <a:lnTo>
                    <a:pt x="79969" y="364"/>
                  </a:lnTo>
                  <a:lnTo>
                    <a:pt x="799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97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Inventaire 100% </a:t>
            </a:r>
            <a:r>
              <a:rPr lang="fr">
                <a:solidFill>
                  <a:schemeClr val="dk1"/>
                </a:solidFill>
              </a:rPr>
              <a:t>Automatisé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80" name="Google Shape;29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5325"/>
            <a:ext cx="8839199" cy="25013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p98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Inventaire 100% </a:t>
            </a:r>
            <a:r>
              <a:rPr lang="fr">
                <a:solidFill>
                  <a:schemeClr val="dk1"/>
                </a:solidFill>
              </a:rPr>
              <a:t>Automatisé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86" name="Google Shape;298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74875"/>
            <a:ext cx="8839199" cy="1954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p99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Inventaire 100% </a:t>
            </a:r>
            <a:r>
              <a:rPr lang="fr">
                <a:solidFill>
                  <a:schemeClr val="dk1"/>
                </a:solidFill>
              </a:rPr>
              <a:t>Automatisé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92" name="Google Shape;2992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5913" y="1202700"/>
            <a:ext cx="633217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100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Lien Direct </a:t>
            </a:r>
            <a:r>
              <a:rPr lang="fr">
                <a:solidFill>
                  <a:schemeClr val="dk1"/>
                </a:solidFill>
              </a:rPr>
              <a:t>Ticket &lt;&gt; Inventaire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98" name="Google Shape;2998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1800"/>
            <a:ext cx="8839200" cy="169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9" name="Google Shape;2999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26257"/>
            <a:ext cx="8839199" cy="1445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p101"/>
          <p:cNvSpPr txBox="1"/>
          <p:nvPr>
            <p:ph type="title"/>
          </p:nvPr>
        </p:nvSpPr>
        <p:spPr>
          <a:xfrm>
            <a:off x="781300" y="445025"/>
            <a:ext cx="791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Télédistribution (</a:t>
            </a:r>
            <a:r>
              <a:rPr lang="fr">
                <a:solidFill>
                  <a:schemeClr val="dk1"/>
                </a:solidFill>
              </a:rPr>
              <a:t>Déploiement</a:t>
            </a:r>
            <a:r>
              <a:rPr lang="fr"/>
              <a:t>)</a:t>
            </a:r>
            <a:endParaRPr/>
          </a:p>
        </p:txBody>
      </p:sp>
      <p:pic>
        <p:nvPicPr>
          <p:cNvPr id="3005" name="Google Shape;3005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50" y="1984225"/>
            <a:ext cx="82962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p102"/>
          <p:cNvSpPr txBox="1"/>
          <p:nvPr>
            <p:ph type="title"/>
          </p:nvPr>
        </p:nvSpPr>
        <p:spPr>
          <a:xfrm>
            <a:off x="4038500" y="1542925"/>
            <a:ext cx="4620900" cy="168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Conclusion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3011" name="Google Shape;3011;p102"/>
          <p:cNvGrpSpPr/>
          <p:nvPr/>
        </p:nvGrpSpPr>
        <p:grpSpPr>
          <a:xfrm>
            <a:off x="951803" y="729675"/>
            <a:ext cx="2899825" cy="3878896"/>
            <a:chOff x="1176918" y="1097194"/>
            <a:chExt cx="2570311" cy="3438128"/>
          </a:xfrm>
        </p:grpSpPr>
        <p:sp>
          <p:nvSpPr>
            <p:cNvPr id="3012" name="Google Shape;3012;p102"/>
            <p:cNvSpPr/>
            <p:nvPr/>
          </p:nvSpPr>
          <p:spPr>
            <a:xfrm>
              <a:off x="1775482" y="1433585"/>
              <a:ext cx="358365" cy="225479"/>
            </a:xfrm>
            <a:custGeom>
              <a:rect b="b" l="l" r="r" t="t"/>
              <a:pathLst>
                <a:path extrusionOk="0" h="4639" w="7373">
                  <a:moveTo>
                    <a:pt x="772" y="1"/>
                  </a:moveTo>
                  <a:cubicBezTo>
                    <a:pt x="335" y="1"/>
                    <a:pt x="1" y="364"/>
                    <a:pt x="45" y="800"/>
                  </a:cubicBezTo>
                  <a:lnTo>
                    <a:pt x="321" y="3985"/>
                  </a:lnTo>
                  <a:cubicBezTo>
                    <a:pt x="350" y="4348"/>
                    <a:pt x="655" y="4639"/>
                    <a:pt x="1033" y="4639"/>
                  </a:cubicBezTo>
                  <a:lnTo>
                    <a:pt x="6616" y="4639"/>
                  </a:lnTo>
                  <a:cubicBezTo>
                    <a:pt x="7038" y="4639"/>
                    <a:pt x="7373" y="4275"/>
                    <a:pt x="7343" y="3854"/>
                  </a:cubicBezTo>
                  <a:lnTo>
                    <a:pt x="7067" y="669"/>
                  </a:lnTo>
                  <a:cubicBezTo>
                    <a:pt x="7038" y="291"/>
                    <a:pt x="6718" y="1"/>
                    <a:pt x="6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102"/>
            <p:cNvSpPr/>
            <p:nvPr/>
          </p:nvSpPr>
          <p:spPr>
            <a:xfrm>
              <a:off x="3060099" y="1988744"/>
              <a:ext cx="203752" cy="327549"/>
            </a:xfrm>
            <a:custGeom>
              <a:rect b="b" l="l" r="r" t="t"/>
              <a:pathLst>
                <a:path extrusionOk="0" h="6739" w="4192">
                  <a:moveTo>
                    <a:pt x="2285" y="1"/>
                  </a:moveTo>
                  <a:cubicBezTo>
                    <a:pt x="2135" y="1"/>
                    <a:pt x="1984" y="123"/>
                    <a:pt x="2011" y="312"/>
                  </a:cubicBezTo>
                  <a:cubicBezTo>
                    <a:pt x="2040" y="1010"/>
                    <a:pt x="2069" y="1752"/>
                    <a:pt x="1982" y="1766"/>
                  </a:cubicBezTo>
                  <a:cubicBezTo>
                    <a:pt x="1980" y="1766"/>
                    <a:pt x="1979" y="1766"/>
                    <a:pt x="1978" y="1766"/>
                  </a:cubicBezTo>
                  <a:cubicBezTo>
                    <a:pt x="1846" y="1766"/>
                    <a:pt x="1588" y="1008"/>
                    <a:pt x="1502" y="807"/>
                  </a:cubicBezTo>
                  <a:cubicBezTo>
                    <a:pt x="1463" y="666"/>
                    <a:pt x="1345" y="593"/>
                    <a:pt x="1225" y="593"/>
                  </a:cubicBezTo>
                  <a:cubicBezTo>
                    <a:pt x="1122" y="593"/>
                    <a:pt x="1018" y="648"/>
                    <a:pt x="964" y="763"/>
                  </a:cubicBezTo>
                  <a:cubicBezTo>
                    <a:pt x="891" y="937"/>
                    <a:pt x="1633" y="2900"/>
                    <a:pt x="1589" y="3496"/>
                  </a:cubicBezTo>
                  <a:cubicBezTo>
                    <a:pt x="1560" y="3729"/>
                    <a:pt x="1458" y="3831"/>
                    <a:pt x="1298" y="3845"/>
                  </a:cubicBezTo>
                  <a:cubicBezTo>
                    <a:pt x="1293" y="3846"/>
                    <a:pt x="1288" y="3847"/>
                    <a:pt x="1282" y="3847"/>
                  </a:cubicBezTo>
                  <a:cubicBezTo>
                    <a:pt x="1134" y="3847"/>
                    <a:pt x="875" y="3475"/>
                    <a:pt x="833" y="3293"/>
                  </a:cubicBezTo>
                  <a:cubicBezTo>
                    <a:pt x="746" y="2958"/>
                    <a:pt x="658" y="2784"/>
                    <a:pt x="542" y="2682"/>
                  </a:cubicBezTo>
                  <a:cubicBezTo>
                    <a:pt x="434" y="2585"/>
                    <a:pt x="330" y="2552"/>
                    <a:pt x="243" y="2552"/>
                  </a:cubicBezTo>
                  <a:cubicBezTo>
                    <a:pt x="97" y="2552"/>
                    <a:pt x="0" y="2646"/>
                    <a:pt x="19" y="2682"/>
                  </a:cubicBezTo>
                  <a:cubicBezTo>
                    <a:pt x="62" y="2828"/>
                    <a:pt x="106" y="3409"/>
                    <a:pt x="310" y="3729"/>
                  </a:cubicBezTo>
                  <a:cubicBezTo>
                    <a:pt x="368" y="3845"/>
                    <a:pt x="746" y="4732"/>
                    <a:pt x="1037" y="4979"/>
                  </a:cubicBezTo>
                  <a:cubicBezTo>
                    <a:pt x="1589" y="5503"/>
                    <a:pt x="1371" y="5939"/>
                    <a:pt x="1327" y="6099"/>
                  </a:cubicBezTo>
                  <a:lnTo>
                    <a:pt x="3683" y="6739"/>
                  </a:lnTo>
                  <a:cubicBezTo>
                    <a:pt x="3930" y="5692"/>
                    <a:pt x="4075" y="4645"/>
                    <a:pt x="4133" y="3584"/>
                  </a:cubicBezTo>
                  <a:cubicBezTo>
                    <a:pt x="4163" y="3249"/>
                    <a:pt x="4192" y="1926"/>
                    <a:pt x="4192" y="1621"/>
                  </a:cubicBezTo>
                  <a:cubicBezTo>
                    <a:pt x="4192" y="1424"/>
                    <a:pt x="4067" y="1324"/>
                    <a:pt x="3942" y="1324"/>
                  </a:cubicBezTo>
                  <a:cubicBezTo>
                    <a:pt x="3846" y="1324"/>
                    <a:pt x="3750" y="1384"/>
                    <a:pt x="3712" y="1504"/>
                  </a:cubicBezTo>
                  <a:cubicBezTo>
                    <a:pt x="3697" y="1548"/>
                    <a:pt x="3697" y="1926"/>
                    <a:pt x="3610" y="1926"/>
                  </a:cubicBezTo>
                  <a:cubicBezTo>
                    <a:pt x="3465" y="1926"/>
                    <a:pt x="3348" y="719"/>
                    <a:pt x="3334" y="632"/>
                  </a:cubicBezTo>
                  <a:cubicBezTo>
                    <a:pt x="3304" y="505"/>
                    <a:pt x="3197" y="439"/>
                    <a:pt x="3088" y="439"/>
                  </a:cubicBezTo>
                  <a:cubicBezTo>
                    <a:pt x="2986" y="439"/>
                    <a:pt x="2882" y="498"/>
                    <a:pt x="2839" y="618"/>
                  </a:cubicBezTo>
                  <a:cubicBezTo>
                    <a:pt x="2812" y="700"/>
                    <a:pt x="2785" y="1028"/>
                    <a:pt x="2733" y="1028"/>
                  </a:cubicBezTo>
                  <a:cubicBezTo>
                    <a:pt x="2730" y="1028"/>
                    <a:pt x="2726" y="1027"/>
                    <a:pt x="2723" y="1025"/>
                  </a:cubicBezTo>
                  <a:cubicBezTo>
                    <a:pt x="2665" y="966"/>
                    <a:pt x="2607" y="603"/>
                    <a:pt x="2520" y="152"/>
                  </a:cubicBezTo>
                  <a:cubicBezTo>
                    <a:pt x="2470" y="47"/>
                    <a:pt x="2378" y="1"/>
                    <a:pt x="2285" y="1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102"/>
            <p:cNvSpPr/>
            <p:nvPr/>
          </p:nvSpPr>
          <p:spPr>
            <a:xfrm>
              <a:off x="2913265" y="2285182"/>
              <a:ext cx="325848" cy="522747"/>
            </a:xfrm>
            <a:custGeom>
              <a:rect b="b" l="l" r="r" t="t"/>
              <a:pathLst>
                <a:path extrusionOk="0" h="10755" w="6704">
                  <a:moveTo>
                    <a:pt x="4348" y="0"/>
                  </a:moveTo>
                  <a:cubicBezTo>
                    <a:pt x="4348" y="0"/>
                    <a:pt x="3098" y="4100"/>
                    <a:pt x="2691" y="6281"/>
                  </a:cubicBezTo>
                  <a:lnTo>
                    <a:pt x="1513" y="5365"/>
                  </a:lnTo>
                  <a:lnTo>
                    <a:pt x="1" y="9044"/>
                  </a:lnTo>
                  <a:cubicBezTo>
                    <a:pt x="1" y="9044"/>
                    <a:pt x="2520" y="10754"/>
                    <a:pt x="4056" y="10754"/>
                  </a:cubicBezTo>
                  <a:cubicBezTo>
                    <a:pt x="4243" y="10754"/>
                    <a:pt x="4415" y="10729"/>
                    <a:pt x="4566" y="10672"/>
                  </a:cubicBezTo>
                  <a:cubicBezTo>
                    <a:pt x="5933" y="10149"/>
                    <a:pt x="6268" y="2646"/>
                    <a:pt x="6704" y="640"/>
                  </a:cubicBezTo>
                  <a:lnTo>
                    <a:pt x="4348" y="0"/>
                  </a:ln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102"/>
            <p:cNvSpPr/>
            <p:nvPr/>
          </p:nvSpPr>
          <p:spPr>
            <a:xfrm>
              <a:off x="3038373" y="2590467"/>
              <a:ext cx="5687" cy="103917"/>
            </a:xfrm>
            <a:custGeom>
              <a:rect b="b" l="l" r="r" t="t"/>
              <a:pathLst>
                <a:path extrusionOk="0" fill="none" h="2138" w="117">
                  <a:moveTo>
                    <a:pt x="117" y="0"/>
                  </a:moveTo>
                  <a:cubicBezTo>
                    <a:pt x="0" y="698"/>
                    <a:pt x="0" y="1425"/>
                    <a:pt x="117" y="2138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102"/>
            <p:cNvSpPr/>
            <p:nvPr/>
          </p:nvSpPr>
          <p:spPr>
            <a:xfrm>
              <a:off x="3157114" y="2169990"/>
              <a:ext cx="53757" cy="53028"/>
            </a:xfrm>
            <a:custGeom>
              <a:rect b="b" l="l" r="r" t="t"/>
              <a:pathLst>
                <a:path extrusionOk="0" fill="none" h="1091" w="1106">
                  <a:moveTo>
                    <a:pt x="0" y="0"/>
                  </a:moveTo>
                  <a:cubicBezTo>
                    <a:pt x="785" y="247"/>
                    <a:pt x="1105" y="1091"/>
                    <a:pt x="1105" y="109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102"/>
            <p:cNvSpPr/>
            <p:nvPr/>
          </p:nvSpPr>
          <p:spPr>
            <a:xfrm>
              <a:off x="3156385" y="2073851"/>
              <a:ext cx="10644" cy="45300"/>
            </a:xfrm>
            <a:custGeom>
              <a:rect b="b" l="l" r="r" t="t"/>
              <a:pathLst>
                <a:path extrusionOk="0" fill="none" h="932" w="219">
                  <a:moveTo>
                    <a:pt x="1" y="1"/>
                  </a:moveTo>
                  <a:cubicBezTo>
                    <a:pt x="102" y="335"/>
                    <a:pt x="219" y="931"/>
                    <a:pt x="219" y="93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102"/>
            <p:cNvSpPr/>
            <p:nvPr/>
          </p:nvSpPr>
          <p:spPr>
            <a:xfrm>
              <a:off x="3192449" y="2037835"/>
              <a:ext cx="7096" cy="81316"/>
            </a:xfrm>
            <a:custGeom>
              <a:rect b="b" l="l" r="r" t="t"/>
              <a:pathLst>
                <a:path extrusionOk="0" fill="none" h="1673" w="146">
                  <a:moveTo>
                    <a:pt x="0" y="0"/>
                  </a:moveTo>
                  <a:cubicBezTo>
                    <a:pt x="102" y="742"/>
                    <a:pt x="146" y="1672"/>
                    <a:pt x="146" y="167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102"/>
            <p:cNvSpPr/>
            <p:nvPr/>
          </p:nvSpPr>
          <p:spPr>
            <a:xfrm>
              <a:off x="3235561" y="2082356"/>
              <a:ext cx="49" cy="41703"/>
            </a:xfrm>
            <a:custGeom>
              <a:rect b="b" l="l" r="r" t="t"/>
              <a:pathLst>
                <a:path extrusionOk="0" fill="none" h="858" w="1">
                  <a:moveTo>
                    <a:pt x="0" y="0"/>
                  </a:moveTo>
                  <a:cubicBezTo>
                    <a:pt x="0" y="218"/>
                    <a:pt x="0" y="858"/>
                    <a:pt x="0" y="858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102"/>
            <p:cNvSpPr/>
            <p:nvPr/>
          </p:nvSpPr>
          <p:spPr>
            <a:xfrm>
              <a:off x="1827781" y="1988744"/>
              <a:ext cx="203801" cy="327549"/>
            </a:xfrm>
            <a:custGeom>
              <a:rect b="b" l="l" r="r" t="t"/>
              <a:pathLst>
                <a:path extrusionOk="0" h="6739" w="4193">
                  <a:moveTo>
                    <a:pt x="1907" y="1"/>
                  </a:moveTo>
                  <a:cubicBezTo>
                    <a:pt x="1815" y="1"/>
                    <a:pt x="1723" y="47"/>
                    <a:pt x="1673" y="152"/>
                  </a:cubicBezTo>
                  <a:cubicBezTo>
                    <a:pt x="1586" y="603"/>
                    <a:pt x="1528" y="966"/>
                    <a:pt x="1469" y="1025"/>
                  </a:cubicBezTo>
                  <a:cubicBezTo>
                    <a:pt x="1465" y="1027"/>
                    <a:pt x="1461" y="1028"/>
                    <a:pt x="1457" y="1028"/>
                  </a:cubicBezTo>
                  <a:cubicBezTo>
                    <a:pt x="1393" y="1028"/>
                    <a:pt x="1367" y="700"/>
                    <a:pt x="1353" y="618"/>
                  </a:cubicBezTo>
                  <a:cubicBezTo>
                    <a:pt x="1311" y="498"/>
                    <a:pt x="1203" y="439"/>
                    <a:pt x="1099" y="439"/>
                  </a:cubicBezTo>
                  <a:cubicBezTo>
                    <a:pt x="988" y="439"/>
                    <a:pt x="881" y="505"/>
                    <a:pt x="859" y="632"/>
                  </a:cubicBezTo>
                  <a:cubicBezTo>
                    <a:pt x="844" y="719"/>
                    <a:pt x="728" y="1926"/>
                    <a:pt x="582" y="1926"/>
                  </a:cubicBezTo>
                  <a:cubicBezTo>
                    <a:pt x="495" y="1926"/>
                    <a:pt x="495" y="1548"/>
                    <a:pt x="481" y="1504"/>
                  </a:cubicBezTo>
                  <a:cubicBezTo>
                    <a:pt x="443" y="1384"/>
                    <a:pt x="346" y="1324"/>
                    <a:pt x="250" y="1324"/>
                  </a:cubicBezTo>
                  <a:cubicBezTo>
                    <a:pt x="126" y="1324"/>
                    <a:pt x="1" y="1424"/>
                    <a:pt x="1" y="1621"/>
                  </a:cubicBezTo>
                  <a:cubicBezTo>
                    <a:pt x="1" y="1926"/>
                    <a:pt x="30" y="3249"/>
                    <a:pt x="59" y="3584"/>
                  </a:cubicBezTo>
                  <a:cubicBezTo>
                    <a:pt x="103" y="4645"/>
                    <a:pt x="263" y="5692"/>
                    <a:pt x="510" y="6739"/>
                  </a:cubicBezTo>
                  <a:lnTo>
                    <a:pt x="2865" y="6099"/>
                  </a:lnTo>
                  <a:cubicBezTo>
                    <a:pt x="2822" y="5939"/>
                    <a:pt x="2589" y="5503"/>
                    <a:pt x="3156" y="4979"/>
                  </a:cubicBezTo>
                  <a:cubicBezTo>
                    <a:pt x="3447" y="4732"/>
                    <a:pt x="3810" y="3845"/>
                    <a:pt x="3883" y="3729"/>
                  </a:cubicBezTo>
                  <a:cubicBezTo>
                    <a:pt x="4087" y="3409"/>
                    <a:pt x="4130" y="2828"/>
                    <a:pt x="4174" y="2682"/>
                  </a:cubicBezTo>
                  <a:cubicBezTo>
                    <a:pt x="4192" y="2646"/>
                    <a:pt x="4096" y="2552"/>
                    <a:pt x="3949" y="2552"/>
                  </a:cubicBezTo>
                  <a:cubicBezTo>
                    <a:pt x="3863" y="2552"/>
                    <a:pt x="3759" y="2585"/>
                    <a:pt x="3650" y="2682"/>
                  </a:cubicBezTo>
                  <a:cubicBezTo>
                    <a:pt x="3534" y="2784"/>
                    <a:pt x="3447" y="2958"/>
                    <a:pt x="3360" y="3293"/>
                  </a:cubicBezTo>
                  <a:cubicBezTo>
                    <a:pt x="3317" y="3475"/>
                    <a:pt x="3059" y="3847"/>
                    <a:pt x="2910" y="3847"/>
                  </a:cubicBezTo>
                  <a:cubicBezTo>
                    <a:pt x="2905" y="3847"/>
                    <a:pt x="2899" y="3846"/>
                    <a:pt x="2894" y="3845"/>
                  </a:cubicBezTo>
                  <a:cubicBezTo>
                    <a:pt x="2720" y="3831"/>
                    <a:pt x="2618" y="3729"/>
                    <a:pt x="2603" y="3496"/>
                  </a:cubicBezTo>
                  <a:cubicBezTo>
                    <a:pt x="2560" y="2900"/>
                    <a:pt x="3301" y="937"/>
                    <a:pt x="3229" y="763"/>
                  </a:cubicBezTo>
                  <a:cubicBezTo>
                    <a:pt x="3175" y="648"/>
                    <a:pt x="3070" y="593"/>
                    <a:pt x="2967" y="593"/>
                  </a:cubicBezTo>
                  <a:cubicBezTo>
                    <a:pt x="2848" y="593"/>
                    <a:pt x="2730" y="666"/>
                    <a:pt x="2691" y="807"/>
                  </a:cubicBezTo>
                  <a:cubicBezTo>
                    <a:pt x="2604" y="1008"/>
                    <a:pt x="2347" y="1766"/>
                    <a:pt x="2215" y="1766"/>
                  </a:cubicBezTo>
                  <a:cubicBezTo>
                    <a:pt x="2213" y="1766"/>
                    <a:pt x="2212" y="1766"/>
                    <a:pt x="2211" y="1766"/>
                  </a:cubicBezTo>
                  <a:cubicBezTo>
                    <a:pt x="2124" y="1752"/>
                    <a:pt x="2153" y="1010"/>
                    <a:pt x="2182" y="312"/>
                  </a:cubicBezTo>
                  <a:cubicBezTo>
                    <a:pt x="2209" y="123"/>
                    <a:pt x="2057" y="1"/>
                    <a:pt x="1907" y="1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102"/>
            <p:cNvSpPr/>
            <p:nvPr/>
          </p:nvSpPr>
          <p:spPr>
            <a:xfrm>
              <a:off x="1852521" y="2285182"/>
              <a:ext cx="325848" cy="522747"/>
            </a:xfrm>
            <a:custGeom>
              <a:rect b="b" l="l" r="r" t="t"/>
              <a:pathLst>
                <a:path extrusionOk="0" h="10755" w="6704">
                  <a:moveTo>
                    <a:pt x="2356" y="0"/>
                  </a:moveTo>
                  <a:lnTo>
                    <a:pt x="1" y="640"/>
                  </a:lnTo>
                  <a:cubicBezTo>
                    <a:pt x="437" y="2646"/>
                    <a:pt x="771" y="10149"/>
                    <a:pt x="2138" y="10672"/>
                  </a:cubicBezTo>
                  <a:cubicBezTo>
                    <a:pt x="2289" y="10729"/>
                    <a:pt x="2462" y="10754"/>
                    <a:pt x="2648" y="10754"/>
                  </a:cubicBezTo>
                  <a:cubicBezTo>
                    <a:pt x="4184" y="10754"/>
                    <a:pt x="6704" y="9044"/>
                    <a:pt x="6704" y="9044"/>
                  </a:cubicBezTo>
                  <a:lnTo>
                    <a:pt x="5191" y="5365"/>
                  </a:lnTo>
                  <a:lnTo>
                    <a:pt x="4014" y="6281"/>
                  </a:lnTo>
                  <a:cubicBezTo>
                    <a:pt x="3607" y="4100"/>
                    <a:pt x="2356" y="0"/>
                    <a:pt x="2356" y="0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102"/>
            <p:cNvSpPr/>
            <p:nvPr/>
          </p:nvSpPr>
          <p:spPr>
            <a:xfrm>
              <a:off x="2047570" y="2590467"/>
              <a:ext cx="5006" cy="103917"/>
            </a:xfrm>
            <a:custGeom>
              <a:rect b="b" l="l" r="r" t="t"/>
              <a:pathLst>
                <a:path extrusionOk="0" fill="none" h="2138" w="103">
                  <a:moveTo>
                    <a:pt x="1" y="0"/>
                  </a:moveTo>
                  <a:cubicBezTo>
                    <a:pt x="102" y="698"/>
                    <a:pt x="102" y="1425"/>
                    <a:pt x="1" y="2138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102"/>
            <p:cNvSpPr/>
            <p:nvPr/>
          </p:nvSpPr>
          <p:spPr>
            <a:xfrm>
              <a:off x="1880808" y="2169990"/>
              <a:ext cx="53757" cy="53028"/>
            </a:xfrm>
            <a:custGeom>
              <a:rect b="b" l="l" r="r" t="t"/>
              <a:pathLst>
                <a:path extrusionOk="0" fill="none" h="1091" w="1106">
                  <a:moveTo>
                    <a:pt x="1105" y="0"/>
                  </a:moveTo>
                  <a:cubicBezTo>
                    <a:pt x="320" y="247"/>
                    <a:pt x="0" y="1091"/>
                    <a:pt x="0" y="109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102"/>
            <p:cNvSpPr/>
            <p:nvPr/>
          </p:nvSpPr>
          <p:spPr>
            <a:xfrm>
              <a:off x="1924601" y="2073851"/>
              <a:ext cx="10644" cy="45300"/>
            </a:xfrm>
            <a:custGeom>
              <a:rect b="b" l="l" r="r" t="t"/>
              <a:pathLst>
                <a:path extrusionOk="0" fill="none" h="932" w="219">
                  <a:moveTo>
                    <a:pt x="219" y="1"/>
                  </a:moveTo>
                  <a:cubicBezTo>
                    <a:pt x="117" y="335"/>
                    <a:pt x="1" y="931"/>
                    <a:pt x="1" y="931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102"/>
            <p:cNvSpPr/>
            <p:nvPr/>
          </p:nvSpPr>
          <p:spPr>
            <a:xfrm>
              <a:off x="1891404" y="2037835"/>
              <a:ext cx="7825" cy="81316"/>
            </a:xfrm>
            <a:custGeom>
              <a:rect b="b" l="l" r="r" t="t"/>
              <a:pathLst>
                <a:path extrusionOk="0" fill="none" h="1673" w="161">
                  <a:moveTo>
                    <a:pt x="160" y="0"/>
                  </a:moveTo>
                  <a:cubicBezTo>
                    <a:pt x="44" y="742"/>
                    <a:pt x="0" y="1672"/>
                    <a:pt x="0" y="1672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102"/>
            <p:cNvSpPr/>
            <p:nvPr/>
          </p:nvSpPr>
          <p:spPr>
            <a:xfrm>
              <a:off x="1856069" y="2082356"/>
              <a:ext cx="49" cy="41703"/>
            </a:xfrm>
            <a:custGeom>
              <a:rect b="b" l="l" r="r" t="t"/>
              <a:pathLst>
                <a:path extrusionOk="0" fill="none" h="858" w="1">
                  <a:moveTo>
                    <a:pt x="0" y="0"/>
                  </a:moveTo>
                  <a:cubicBezTo>
                    <a:pt x="0" y="218"/>
                    <a:pt x="0" y="858"/>
                    <a:pt x="0" y="858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102"/>
            <p:cNvSpPr/>
            <p:nvPr/>
          </p:nvSpPr>
          <p:spPr>
            <a:xfrm>
              <a:off x="2693524" y="4125393"/>
              <a:ext cx="190823" cy="276660"/>
            </a:xfrm>
            <a:custGeom>
              <a:rect b="b" l="l" r="r" t="t"/>
              <a:pathLst>
                <a:path extrusionOk="0" h="5692" w="3926">
                  <a:moveTo>
                    <a:pt x="0" y="1"/>
                  </a:moveTo>
                  <a:lnTo>
                    <a:pt x="305" y="5540"/>
                  </a:lnTo>
                  <a:cubicBezTo>
                    <a:pt x="1201" y="5657"/>
                    <a:pt x="1938" y="5691"/>
                    <a:pt x="2501" y="5691"/>
                  </a:cubicBezTo>
                  <a:cubicBezTo>
                    <a:pt x="3345" y="5691"/>
                    <a:pt x="3795" y="5613"/>
                    <a:pt x="3795" y="5613"/>
                  </a:cubicBezTo>
                  <a:lnTo>
                    <a:pt x="3926" y="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102"/>
            <p:cNvSpPr/>
            <p:nvPr/>
          </p:nvSpPr>
          <p:spPr>
            <a:xfrm>
              <a:off x="2689247" y="4333906"/>
              <a:ext cx="460144" cy="179498"/>
            </a:xfrm>
            <a:custGeom>
              <a:rect b="b" l="l" r="r" t="t"/>
              <a:pathLst>
                <a:path extrusionOk="0" h="3693" w="9467">
                  <a:moveTo>
                    <a:pt x="3638" y="1"/>
                  </a:moveTo>
                  <a:cubicBezTo>
                    <a:pt x="3554" y="1"/>
                    <a:pt x="3479" y="34"/>
                    <a:pt x="3432" y="116"/>
                  </a:cubicBezTo>
                  <a:cubicBezTo>
                    <a:pt x="3200" y="523"/>
                    <a:pt x="3447" y="974"/>
                    <a:pt x="3112" y="1061"/>
                  </a:cubicBezTo>
                  <a:cubicBezTo>
                    <a:pt x="2804" y="1156"/>
                    <a:pt x="2461" y="1195"/>
                    <a:pt x="2131" y="1195"/>
                  </a:cubicBezTo>
                  <a:cubicBezTo>
                    <a:pt x="1452" y="1195"/>
                    <a:pt x="831" y="1029"/>
                    <a:pt x="684" y="843"/>
                  </a:cubicBezTo>
                  <a:cubicBezTo>
                    <a:pt x="636" y="782"/>
                    <a:pt x="573" y="754"/>
                    <a:pt x="506" y="754"/>
                  </a:cubicBezTo>
                  <a:cubicBezTo>
                    <a:pt x="273" y="754"/>
                    <a:pt x="1" y="1104"/>
                    <a:pt x="204" y="1614"/>
                  </a:cubicBezTo>
                  <a:cubicBezTo>
                    <a:pt x="510" y="2341"/>
                    <a:pt x="88" y="3068"/>
                    <a:pt x="292" y="3693"/>
                  </a:cubicBezTo>
                  <a:lnTo>
                    <a:pt x="9321" y="3693"/>
                  </a:lnTo>
                  <a:cubicBezTo>
                    <a:pt x="9321" y="3693"/>
                    <a:pt x="9466" y="2094"/>
                    <a:pt x="7809" y="1846"/>
                  </a:cubicBezTo>
                  <a:cubicBezTo>
                    <a:pt x="6035" y="1585"/>
                    <a:pt x="4305" y="1454"/>
                    <a:pt x="4174" y="1192"/>
                  </a:cubicBezTo>
                  <a:cubicBezTo>
                    <a:pt x="4043" y="930"/>
                    <a:pt x="4246" y="509"/>
                    <a:pt x="4057" y="232"/>
                  </a:cubicBezTo>
                  <a:cubicBezTo>
                    <a:pt x="3973" y="110"/>
                    <a:pt x="3792" y="1"/>
                    <a:pt x="36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102"/>
            <p:cNvSpPr/>
            <p:nvPr/>
          </p:nvSpPr>
          <p:spPr>
            <a:xfrm>
              <a:off x="2702710" y="4513353"/>
              <a:ext cx="439584" cy="21969"/>
            </a:xfrm>
            <a:custGeom>
              <a:rect b="b" l="l" r="r" t="t"/>
              <a:pathLst>
                <a:path extrusionOk="0" h="452" w="9044">
                  <a:moveTo>
                    <a:pt x="0" y="1"/>
                  </a:moveTo>
                  <a:lnTo>
                    <a:pt x="0" y="452"/>
                  </a:lnTo>
                  <a:lnTo>
                    <a:pt x="9044" y="452"/>
                  </a:lnTo>
                  <a:lnTo>
                    <a:pt x="904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102"/>
            <p:cNvSpPr/>
            <p:nvPr/>
          </p:nvSpPr>
          <p:spPr>
            <a:xfrm>
              <a:off x="2881575" y="4392523"/>
              <a:ext cx="134927" cy="48945"/>
            </a:xfrm>
            <a:custGeom>
              <a:rect b="b" l="l" r="r" t="t"/>
              <a:pathLst>
                <a:path extrusionOk="0" h="1007" w="2776">
                  <a:moveTo>
                    <a:pt x="217" y="0"/>
                  </a:moveTo>
                  <a:cubicBezTo>
                    <a:pt x="210" y="0"/>
                    <a:pt x="0" y="426"/>
                    <a:pt x="86" y="640"/>
                  </a:cubicBezTo>
                  <a:cubicBezTo>
                    <a:pt x="188" y="873"/>
                    <a:pt x="1249" y="960"/>
                    <a:pt x="1976" y="1004"/>
                  </a:cubicBezTo>
                  <a:cubicBezTo>
                    <a:pt x="1996" y="1006"/>
                    <a:pt x="2015" y="1006"/>
                    <a:pt x="2035" y="1006"/>
                  </a:cubicBezTo>
                  <a:cubicBezTo>
                    <a:pt x="2507" y="1006"/>
                    <a:pt x="2776" y="509"/>
                    <a:pt x="2776" y="509"/>
                  </a:cubicBezTo>
                  <a:cubicBezTo>
                    <a:pt x="1438" y="320"/>
                    <a:pt x="319" y="204"/>
                    <a:pt x="217" y="1"/>
                  </a:cubicBezTo>
                  <a:cubicBezTo>
                    <a:pt x="217" y="0"/>
                    <a:pt x="217" y="0"/>
                    <a:pt x="21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102"/>
            <p:cNvSpPr/>
            <p:nvPr/>
          </p:nvSpPr>
          <p:spPr>
            <a:xfrm>
              <a:off x="2704120" y="4437044"/>
              <a:ext cx="184505" cy="76358"/>
            </a:xfrm>
            <a:custGeom>
              <a:rect b="b" l="l" r="r" t="t"/>
              <a:pathLst>
                <a:path extrusionOk="0" h="1571" w="3796">
                  <a:moveTo>
                    <a:pt x="0" y="1"/>
                  </a:moveTo>
                  <a:lnTo>
                    <a:pt x="0" y="190"/>
                  </a:lnTo>
                  <a:cubicBezTo>
                    <a:pt x="1396" y="248"/>
                    <a:pt x="1948" y="669"/>
                    <a:pt x="2472" y="1062"/>
                  </a:cubicBezTo>
                  <a:cubicBezTo>
                    <a:pt x="2719" y="1266"/>
                    <a:pt x="2981" y="1425"/>
                    <a:pt x="3257" y="1571"/>
                  </a:cubicBezTo>
                  <a:lnTo>
                    <a:pt x="3795" y="1571"/>
                  </a:lnTo>
                  <a:cubicBezTo>
                    <a:pt x="3344" y="1440"/>
                    <a:pt x="2937" y="1222"/>
                    <a:pt x="2588" y="931"/>
                  </a:cubicBezTo>
                  <a:cubicBezTo>
                    <a:pt x="2036" y="509"/>
                    <a:pt x="1454" y="73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102"/>
            <p:cNvSpPr/>
            <p:nvPr/>
          </p:nvSpPr>
          <p:spPr>
            <a:xfrm>
              <a:off x="2974069" y="4422900"/>
              <a:ext cx="95460" cy="68630"/>
            </a:xfrm>
            <a:custGeom>
              <a:rect b="b" l="l" r="r" t="t"/>
              <a:pathLst>
                <a:path extrusionOk="0" h="1412" w="1964">
                  <a:moveTo>
                    <a:pt x="1789" y="1"/>
                  </a:moveTo>
                  <a:cubicBezTo>
                    <a:pt x="1629" y="844"/>
                    <a:pt x="15" y="1237"/>
                    <a:pt x="0" y="1237"/>
                  </a:cubicBezTo>
                  <a:lnTo>
                    <a:pt x="44" y="1411"/>
                  </a:lnTo>
                  <a:cubicBezTo>
                    <a:pt x="117" y="1397"/>
                    <a:pt x="1803" y="1004"/>
                    <a:pt x="1963" y="15"/>
                  </a:cubicBezTo>
                  <a:lnTo>
                    <a:pt x="1949" y="15"/>
                  </a:lnTo>
                  <a:lnTo>
                    <a:pt x="17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102"/>
            <p:cNvSpPr/>
            <p:nvPr/>
          </p:nvSpPr>
          <p:spPr>
            <a:xfrm>
              <a:off x="2246168" y="4125393"/>
              <a:ext cx="195781" cy="276660"/>
            </a:xfrm>
            <a:custGeom>
              <a:rect b="b" l="l" r="r" t="t"/>
              <a:pathLst>
                <a:path extrusionOk="0" h="5692" w="4028">
                  <a:moveTo>
                    <a:pt x="4028" y="1"/>
                  </a:moveTo>
                  <a:lnTo>
                    <a:pt x="102" y="219"/>
                  </a:lnTo>
                  <a:lnTo>
                    <a:pt x="0" y="5613"/>
                  </a:lnTo>
                  <a:cubicBezTo>
                    <a:pt x="0" y="5613"/>
                    <a:pt x="451" y="5691"/>
                    <a:pt x="1291" y="5691"/>
                  </a:cubicBezTo>
                  <a:cubicBezTo>
                    <a:pt x="1852" y="5691"/>
                    <a:pt x="2586" y="5657"/>
                    <a:pt x="3475" y="5540"/>
                  </a:cubicBezTo>
                  <a:lnTo>
                    <a:pt x="4028" y="1"/>
                  </a:ln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102"/>
            <p:cNvSpPr/>
            <p:nvPr/>
          </p:nvSpPr>
          <p:spPr>
            <a:xfrm>
              <a:off x="1974810" y="4333906"/>
              <a:ext cx="459414" cy="179498"/>
            </a:xfrm>
            <a:custGeom>
              <a:rect b="b" l="l" r="r" t="t"/>
              <a:pathLst>
                <a:path extrusionOk="0" h="3693" w="9452">
                  <a:moveTo>
                    <a:pt x="5827" y="1"/>
                  </a:moveTo>
                  <a:cubicBezTo>
                    <a:pt x="5673" y="1"/>
                    <a:pt x="5488" y="110"/>
                    <a:pt x="5394" y="232"/>
                  </a:cubicBezTo>
                  <a:cubicBezTo>
                    <a:pt x="5220" y="509"/>
                    <a:pt x="5423" y="930"/>
                    <a:pt x="5293" y="1192"/>
                  </a:cubicBezTo>
                  <a:cubicBezTo>
                    <a:pt x="5147" y="1454"/>
                    <a:pt x="3417" y="1585"/>
                    <a:pt x="1658" y="1846"/>
                  </a:cubicBezTo>
                  <a:cubicBezTo>
                    <a:pt x="0" y="2094"/>
                    <a:pt x="131" y="3693"/>
                    <a:pt x="131" y="3693"/>
                  </a:cubicBezTo>
                  <a:lnTo>
                    <a:pt x="9175" y="3693"/>
                  </a:lnTo>
                  <a:cubicBezTo>
                    <a:pt x="9393" y="3068"/>
                    <a:pt x="8957" y="2341"/>
                    <a:pt x="9247" y="1614"/>
                  </a:cubicBezTo>
                  <a:cubicBezTo>
                    <a:pt x="9451" y="1104"/>
                    <a:pt x="9179" y="754"/>
                    <a:pt x="8946" y="754"/>
                  </a:cubicBezTo>
                  <a:cubicBezTo>
                    <a:pt x="8879" y="754"/>
                    <a:pt x="8816" y="782"/>
                    <a:pt x="8768" y="843"/>
                  </a:cubicBezTo>
                  <a:cubicBezTo>
                    <a:pt x="8621" y="1029"/>
                    <a:pt x="7999" y="1195"/>
                    <a:pt x="7320" y="1195"/>
                  </a:cubicBezTo>
                  <a:cubicBezTo>
                    <a:pt x="6991" y="1195"/>
                    <a:pt x="6648" y="1156"/>
                    <a:pt x="6339" y="1061"/>
                  </a:cubicBezTo>
                  <a:cubicBezTo>
                    <a:pt x="6005" y="974"/>
                    <a:pt x="6267" y="523"/>
                    <a:pt x="6034" y="116"/>
                  </a:cubicBezTo>
                  <a:cubicBezTo>
                    <a:pt x="5988" y="34"/>
                    <a:pt x="5912" y="1"/>
                    <a:pt x="582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102"/>
            <p:cNvSpPr/>
            <p:nvPr/>
          </p:nvSpPr>
          <p:spPr>
            <a:xfrm>
              <a:off x="1981128" y="4513353"/>
              <a:ext cx="439632" cy="21969"/>
            </a:xfrm>
            <a:custGeom>
              <a:rect b="b" l="l" r="r" t="t"/>
              <a:pathLst>
                <a:path extrusionOk="0" h="452" w="9045">
                  <a:moveTo>
                    <a:pt x="1" y="1"/>
                  </a:moveTo>
                  <a:lnTo>
                    <a:pt x="1" y="452"/>
                  </a:lnTo>
                  <a:lnTo>
                    <a:pt x="9045" y="452"/>
                  </a:lnTo>
                  <a:lnTo>
                    <a:pt x="904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102"/>
            <p:cNvSpPr/>
            <p:nvPr/>
          </p:nvSpPr>
          <p:spPr>
            <a:xfrm>
              <a:off x="2106965" y="4392523"/>
              <a:ext cx="135657" cy="48945"/>
            </a:xfrm>
            <a:custGeom>
              <a:rect b="b" l="l" r="r" t="t"/>
              <a:pathLst>
                <a:path extrusionOk="0" h="1007" w="2791">
                  <a:moveTo>
                    <a:pt x="2559" y="0"/>
                  </a:moveTo>
                  <a:cubicBezTo>
                    <a:pt x="2559" y="0"/>
                    <a:pt x="2559" y="0"/>
                    <a:pt x="2559" y="1"/>
                  </a:cubicBezTo>
                  <a:cubicBezTo>
                    <a:pt x="2457" y="204"/>
                    <a:pt x="1338" y="320"/>
                    <a:pt x="0" y="509"/>
                  </a:cubicBezTo>
                  <a:cubicBezTo>
                    <a:pt x="0" y="509"/>
                    <a:pt x="269" y="1006"/>
                    <a:pt x="754" y="1006"/>
                  </a:cubicBezTo>
                  <a:cubicBezTo>
                    <a:pt x="774" y="1006"/>
                    <a:pt x="794" y="1006"/>
                    <a:pt x="814" y="1004"/>
                  </a:cubicBezTo>
                  <a:cubicBezTo>
                    <a:pt x="1527" y="960"/>
                    <a:pt x="2588" y="873"/>
                    <a:pt x="2690" y="640"/>
                  </a:cubicBezTo>
                  <a:cubicBezTo>
                    <a:pt x="2790" y="426"/>
                    <a:pt x="2567" y="0"/>
                    <a:pt x="2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102"/>
            <p:cNvSpPr/>
            <p:nvPr/>
          </p:nvSpPr>
          <p:spPr>
            <a:xfrm>
              <a:off x="2235573" y="4437044"/>
              <a:ext cx="183776" cy="76358"/>
            </a:xfrm>
            <a:custGeom>
              <a:rect b="b" l="l" r="r" t="t"/>
              <a:pathLst>
                <a:path extrusionOk="0" h="1571" w="3781">
                  <a:moveTo>
                    <a:pt x="3781" y="1"/>
                  </a:moveTo>
                  <a:cubicBezTo>
                    <a:pt x="2327" y="73"/>
                    <a:pt x="1745" y="509"/>
                    <a:pt x="1207" y="931"/>
                  </a:cubicBezTo>
                  <a:cubicBezTo>
                    <a:pt x="844" y="1222"/>
                    <a:pt x="436" y="1440"/>
                    <a:pt x="0" y="1571"/>
                  </a:cubicBezTo>
                  <a:lnTo>
                    <a:pt x="524" y="1571"/>
                  </a:lnTo>
                  <a:cubicBezTo>
                    <a:pt x="800" y="1440"/>
                    <a:pt x="1076" y="1266"/>
                    <a:pt x="1309" y="1062"/>
                  </a:cubicBezTo>
                  <a:cubicBezTo>
                    <a:pt x="1847" y="669"/>
                    <a:pt x="2385" y="248"/>
                    <a:pt x="3781" y="190"/>
                  </a:cubicBezTo>
                  <a:lnTo>
                    <a:pt x="37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102"/>
            <p:cNvSpPr/>
            <p:nvPr/>
          </p:nvSpPr>
          <p:spPr>
            <a:xfrm>
              <a:off x="2054667" y="4422900"/>
              <a:ext cx="95412" cy="68630"/>
            </a:xfrm>
            <a:custGeom>
              <a:rect b="b" l="l" r="r" t="t"/>
              <a:pathLst>
                <a:path extrusionOk="0" h="1412" w="1963">
                  <a:moveTo>
                    <a:pt x="175" y="1"/>
                  </a:moveTo>
                  <a:lnTo>
                    <a:pt x="15" y="15"/>
                  </a:lnTo>
                  <a:lnTo>
                    <a:pt x="0" y="15"/>
                  </a:lnTo>
                  <a:cubicBezTo>
                    <a:pt x="160" y="1004"/>
                    <a:pt x="1847" y="1397"/>
                    <a:pt x="1919" y="1411"/>
                  </a:cubicBezTo>
                  <a:lnTo>
                    <a:pt x="1963" y="1237"/>
                  </a:lnTo>
                  <a:cubicBezTo>
                    <a:pt x="1934" y="1237"/>
                    <a:pt x="320" y="844"/>
                    <a:pt x="1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102"/>
            <p:cNvSpPr/>
            <p:nvPr/>
          </p:nvSpPr>
          <p:spPr>
            <a:xfrm>
              <a:off x="2211513" y="3143779"/>
              <a:ext cx="706765" cy="1144162"/>
            </a:xfrm>
            <a:custGeom>
              <a:rect b="b" l="l" r="r" t="t"/>
              <a:pathLst>
                <a:path extrusionOk="0" h="23540" w="14541">
                  <a:moveTo>
                    <a:pt x="1077" y="1"/>
                  </a:moveTo>
                  <a:cubicBezTo>
                    <a:pt x="1077" y="1"/>
                    <a:pt x="117" y="9117"/>
                    <a:pt x="117" y="12040"/>
                  </a:cubicBezTo>
                  <a:cubicBezTo>
                    <a:pt x="117" y="15471"/>
                    <a:pt x="1" y="23046"/>
                    <a:pt x="1" y="23046"/>
                  </a:cubicBezTo>
                  <a:cubicBezTo>
                    <a:pt x="1" y="23046"/>
                    <a:pt x="1336" y="23269"/>
                    <a:pt x="3005" y="23269"/>
                  </a:cubicBezTo>
                  <a:cubicBezTo>
                    <a:pt x="3673" y="23269"/>
                    <a:pt x="4394" y="23233"/>
                    <a:pt x="5104" y="23134"/>
                  </a:cubicBezTo>
                  <a:cubicBezTo>
                    <a:pt x="5104" y="23134"/>
                    <a:pt x="5468" y="14468"/>
                    <a:pt x="5526" y="12956"/>
                  </a:cubicBezTo>
                  <a:cubicBezTo>
                    <a:pt x="5599" y="10469"/>
                    <a:pt x="6878" y="5075"/>
                    <a:pt x="6878" y="5075"/>
                  </a:cubicBezTo>
                  <a:cubicBezTo>
                    <a:pt x="6878" y="5075"/>
                    <a:pt x="8216" y="10237"/>
                    <a:pt x="8652" y="12709"/>
                  </a:cubicBezTo>
                  <a:cubicBezTo>
                    <a:pt x="9059" y="14948"/>
                    <a:pt x="9568" y="23352"/>
                    <a:pt x="9568" y="23352"/>
                  </a:cubicBezTo>
                  <a:cubicBezTo>
                    <a:pt x="10339" y="23492"/>
                    <a:pt x="11148" y="23539"/>
                    <a:pt x="11885" y="23539"/>
                  </a:cubicBezTo>
                  <a:cubicBezTo>
                    <a:pt x="13358" y="23539"/>
                    <a:pt x="14541" y="23352"/>
                    <a:pt x="14541" y="23352"/>
                  </a:cubicBezTo>
                  <a:cubicBezTo>
                    <a:pt x="14541" y="23352"/>
                    <a:pt x="13668" y="13726"/>
                    <a:pt x="13537" y="10993"/>
                  </a:cubicBezTo>
                  <a:cubicBezTo>
                    <a:pt x="13407" y="8361"/>
                    <a:pt x="12680" y="1"/>
                    <a:pt x="12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102"/>
            <p:cNvSpPr/>
            <p:nvPr/>
          </p:nvSpPr>
          <p:spPr>
            <a:xfrm>
              <a:off x="2393877" y="3389717"/>
              <a:ext cx="120881" cy="826188"/>
            </a:xfrm>
            <a:custGeom>
              <a:rect b="b" l="l" r="r" t="t"/>
              <a:pathLst>
                <a:path extrusionOk="0" fill="none" h="16998" w="2487">
                  <a:moveTo>
                    <a:pt x="2486" y="1"/>
                  </a:moveTo>
                  <a:cubicBezTo>
                    <a:pt x="1541" y="2356"/>
                    <a:pt x="582" y="6340"/>
                    <a:pt x="480" y="7387"/>
                  </a:cubicBezTo>
                  <a:cubicBezTo>
                    <a:pt x="393" y="8448"/>
                    <a:pt x="0" y="16998"/>
                    <a:pt x="0" y="16998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102"/>
            <p:cNvSpPr/>
            <p:nvPr/>
          </p:nvSpPr>
          <p:spPr>
            <a:xfrm>
              <a:off x="2546496" y="3148056"/>
              <a:ext cx="49" cy="241713"/>
            </a:xfrm>
            <a:custGeom>
              <a:rect b="b" l="l" r="r" t="t"/>
              <a:pathLst>
                <a:path extrusionOk="0" fill="none" h="4973" w="1">
                  <a:moveTo>
                    <a:pt x="1" y="0"/>
                  </a:moveTo>
                  <a:lnTo>
                    <a:pt x="1" y="4973"/>
                  </a:ln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102"/>
            <p:cNvSpPr/>
            <p:nvPr/>
          </p:nvSpPr>
          <p:spPr>
            <a:xfrm>
              <a:off x="2546496" y="3166428"/>
              <a:ext cx="50938" cy="146301"/>
            </a:xfrm>
            <a:custGeom>
              <a:rect b="b" l="l" r="r" t="t"/>
              <a:pathLst>
                <a:path extrusionOk="0" fill="none" h="3010" w="1048">
                  <a:moveTo>
                    <a:pt x="1" y="3010"/>
                  </a:moveTo>
                  <a:cubicBezTo>
                    <a:pt x="1" y="3010"/>
                    <a:pt x="1048" y="2501"/>
                    <a:pt x="960" y="0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102"/>
            <p:cNvSpPr/>
            <p:nvPr/>
          </p:nvSpPr>
          <p:spPr>
            <a:xfrm>
              <a:off x="2575464" y="3389717"/>
              <a:ext cx="128706" cy="826188"/>
            </a:xfrm>
            <a:custGeom>
              <a:rect b="b" l="l" r="r" t="t"/>
              <a:pathLst>
                <a:path extrusionOk="0" fill="none" h="16998" w="2648">
                  <a:moveTo>
                    <a:pt x="2647" y="16998"/>
                  </a:moveTo>
                  <a:cubicBezTo>
                    <a:pt x="2647" y="16998"/>
                    <a:pt x="2066" y="8681"/>
                    <a:pt x="1775" y="7082"/>
                  </a:cubicBezTo>
                  <a:cubicBezTo>
                    <a:pt x="1455" y="5439"/>
                    <a:pt x="1" y="1"/>
                    <a:pt x="1" y="1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102"/>
            <p:cNvSpPr/>
            <p:nvPr/>
          </p:nvSpPr>
          <p:spPr>
            <a:xfrm>
              <a:off x="2748642" y="3166428"/>
              <a:ext cx="65033" cy="102508"/>
            </a:xfrm>
            <a:custGeom>
              <a:rect b="b" l="l" r="r" t="t"/>
              <a:pathLst>
                <a:path extrusionOk="0" fill="none" h="2109" w="1338">
                  <a:moveTo>
                    <a:pt x="0" y="0"/>
                  </a:moveTo>
                  <a:cubicBezTo>
                    <a:pt x="262" y="1105"/>
                    <a:pt x="1338" y="2108"/>
                    <a:pt x="1338" y="2108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102"/>
            <p:cNvSpPr/>
            <p:nvPr/>
          </p:nvSpPr>
          <p:spPr>
            <a:xfrm>
              <a:off x="2270908" y="3160061"/>
              <a:ext cx="52348" cy="108875"/>
            </a:xfrm>
            <a:custGeom>
              <a:rect b="b" l="l" r="r" t="t"/>
              <a:pathLst>
                <a:path extrusionOk="0" fill="none" h="2240" w="1077">
                  <a:moveTo>
                    <a:pt x="1076" y="0"/>
                  </a:moveTo>
                  <a:cubicBezTo>
                    <a:pt x="916" y="1091"/>
                    <a:pt x="0" y="2239"/>
                    <a:pt x="0" y="2239"/>
                  </a:cubicBezTo>
                </a:path>
              </a:pathLst>
            </a:custGeom>
            <a:noFill/>
            <a:ln cap="rnd" cmpd="sng" w="4725">
              <a:solidFill>
                <a:srgbClr val="193B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102"/>
            <p:cNvSpPr/>
            <p:nvPr/>
          </p:nvSpPr>
          <p:spPr>
            <a:xfrm>
              <a:off x="2354265" y="2366449"/>
              <a:ext cx="383834" cy="807815"/>
            </a:xfrm>
            <a:custGeom>
              <a:rect b="b" l="l" r="r" t="t"/>
              <a:pathLst>
                <a:path extrusionOk="0" h="16620" w="7897">
                  <a:moveTo>
                    <a:pt x="1" y="0"/>
                  </a:moveTo>
                  <a:lnTo>
                    <a:pt x="1" y="16226"/>
                  </a:lnTo>
                  <a:cubicBezTo>
                    <a:pt x="1030" y="16529"/>
                    <a:pt x="2499" y="16620"/>
                    <a:pt x="3892" y="16620"/>
                  </a:cubicBezTo>
                  <a:cubicBezTo>
                    <a:pt x="5980" y="16620"/>
                    <a:pt x="7896" y="16415"/>
                    <a:pt x="7896" y="16415"/>
                  </a:cubicBezTo>
                  <a:lnTo>
                    <a:pt x="78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102"/>
            <p:cNvSpPr/>
            <p:nvPr/>
          </p:nvSpPr>
          <p:spPr>
            <a:xfrm>
              <a:off x="2441899" y="2366449"/>
              <a:ext cx="212064" cy="108146"/>
            </a:xfrm>
            <a:custGeom>
              <a:rect b="b" l="l" r="r" t="t"/>
              <a:pathLst>
                <a:path extrusionOk="0" h="2225" w="4363">
                  <a:moveTo>
                    <a:pt x="1" y="0"/>
                  </a:moveTo>
                  <a:cubicBezTo>
                    <a:pt x="1" y="0"/>
                    <a:pt x="1" y="2225"/>
                    <a:pt x="2138" y="2225"/>
                  </a:cubicBezTo>
                  <a:cubicBezTo>
                    <a:pt x="3694" y="2225"/>
                    <a:pt x="4363" y="1149"/>
                    <a:pt x="4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102"/>
            <p:cNvSpPr/>
            <p:nvPr/>
          </p:nvSpPr>
          <p:spPr>
            <a:xfrm>
              <a:off x="2068762" y="2366449"/>
              <a:ext cx="466511" cy="843200"/>
            </a:xfrm>
            <a:custGeom>
              <a:rect b="b" l="l" r="r" t="t"/>
              <a:pathLst>
                <a:path extrusionOk="0" h="17348" w="9598">
                  <a:moveTo>
                    <a:pt x="5875" y="0"/>
                  </a:moveTo>
                  <a:cubicBezTo>
                    <a:pt x="4421" y="0"/>
                    <a:pt x="1" y="3999"/>
                    <a:pt x="1" y="3999"/>
                  </a:cubicBezTo>
                  <a:cubicBezTo>
                    <a:pt x="1" y="3999"/>
                    <a:pt x="670" y="7721"/>
                    <a:pt x="1746" y="8142"/>
                  </a:cubicBezTo>
                  <a:lnTo>
                    <a:pt x="4436" y="6325"/>
                  </a:lnTo>
                  <a:lnTo>
                    <a:pt x="3665" y="16605"/>
                  </a:lnTo>
                  <a:cubicBezTo>
                    <a:pt x="3665" y="16605"/>
                    <a:pt x="5275" y="17348"/>
                    <a:pt x="8051" y="17348"/>
                  </a:cubicBezTo>
                  <a:cubicBezTo>
                    <a:pt x="8282" y="17348"/>
                    <a:pt x="8521" y="17343"/>
                    <a:pt x="8768" y="17331"/>
                  </a:cubicBezTo>
                  <a:cubicBezTo>
                    <a:pt x="8768" y="17331"/>
                    <a:pt x="9597" y="4856"/>
                    <a:pt x="9030" y="2806"/>
                  </a:cubicBezTo>
                  <a:cubicBezTo>
                    <a:pt x="9030" y="2806"/>
                    <a:pt x="6297" y="1280"/>
                    <a:pt x="81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102"/>
            <p:cNvSpPr/>
            <p:nvPr/>
          </p:nvSpPr>
          <p:spPr>
            <a:xfrm>
              <a:off x="2557091" y="2366449"/>
              <a:ext cx="467191" cy="843200"/>
            </a:xfrm>
            <a:custGeom>
              <a:rect b="b" l="l" r="r" t="t"/>
              <a:pathLst>
                <a:path extrusionOk="0" h="17348" w="9612">
                  <a:moveTo>
                    <a:pt x="1498" y="0"/>
                  </a:moveTo>
                  <a:cubicBezTo>
                    <a:pt x="3301" y="1280"/>
                    <a:pt x="582" y="2806"/>
                    <a:pt x="582" y="2806"/>
                  </a:cubicBezTo>
                  <a:cubicBezTo>
                    <a:pt x="1" y="4856"/>
                    <a:pt x="830" y="17331"/>
                    <a:pt x="830" y="17331"/>
                  </a:cubicBezTo>
                  <a:cubicBezTo>
                    <a:pt x="1078" y="17343"/>
                    <a:pt x="1318" y="17348"/>
                    <a:pt x="1551" y="17348"/>
                  </a:cubicBezTo>
                  <a:cubicBezTo>
                    <a:pt x="4337" y="17348"/>
                    <a:pt x="5948" y="16605"/>
                    <a:pt x="5948" y="16605"/>
                  </a:cubicBezTo>
                  <a:lnTo>
                    <a:pt x="5177" y="6325"/>
                  </a:lnTo>
                  <a:lnTo>
                    <a:pt x="7867" y="8142"/>
                  </a:lnTo>
                  <a:cubicBezTo>
                    <a:pt x="8928" y="7721"/>
                    <a:pt x="9612" y="3999"/>
                    <a:pt x="9612" y="3999"/>
                  </a:cubicBezTo>
                  <a:cubicBezTo>
                    <a:pt x="9612" y="3999"/>
                    <a:pt x="5192" y="0"/>
                    <a:pt x="37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102"/>
            <p:cNvSpPr/>
            <p:nvPr/>
          </p:nvSpPr>
          <p:spPr>
            <a:xfrm>
              <a:off x="2395287" y="2326836"/>
              <a:ext cx="112423" cy="212064"/>
            </a:xfrm>
            <a:custGeom>
              <a:rect b="b" l="l" r="r" t="t"/>
              <a:pathLst>
                <a:path extrusionOk="0" h="4363" w="2313">
                  <a:moveTo>
                    <a:pt x="1469" y="1"/>
                  </a:moveTo>
                  <a:cubicBezTo>
                    <a:pt x="1469" y="1"/>
                    <a:pt x="698" y="335"/>
                    <a:pt x="349" y="815"/>
                  </a:cubicBezTo>
                  <a:cubicBezTo>
                    <a:pt x="0" y="1295"/>
                    <a:pt x="349" y="4363"/>
                    <a:pt x="349" y="4363"/>
                  </a:cubicBezTo>
                  <a:cubicBezTo>
                    <a:pt x="349" y="4363"/>
                    <a:pt x="1004" y="3403"/>
                    <a:pt x="1222" y="3374"/>
                  </a:cubicBezTo>
                  <a:cubicBezTo>
                    <a:pt x="1233" y="3373"/>
                    <a:pt x="1245" y="3372"/>
                    <a:pt x="1259" y="3372"/>
                  </a:cubicBezTo>
                  <a:cubicBezTo>
                    <a:pt x="1525" y="3372"/>
                    <a:pt x="2312" y="3621"/>
                    <a:pt x="2312" y="3621"/>
                  </a:cubicBezTo>
                  <a:cubicBezTo>
                    <a:pt x="2312" y="3621"/>
                    <a:pt x="713" y="1746"/>
                    <a:pt x="1396" y="815"/>
                  </a:cubicBezTo>
                  <a:lnTo>
                    <a:pt x="1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102"/>
            <p:cNvSpPr/>
            <p:nvPr/>
          </p:nvSpPr>
          <p:spPr>
            <a:xfrm>
              <a:off x="2585379" y="2326836"/>
              <a:ext cx="112423" cy="212064"/>
            </a:xfrm>
            <a:custGeom>
              <a:rect b="b" l="l" r="r" t="t"/>
              <a:pathLst>
                <a:path extrusionOk="0" h="4363" w="2313">
                  <a:moveTo>
                    <a:pt x="858" y="1"/>
                  </a:moveTo>
                  <a:lnTo>
                    <a:pt x="916" y="815"/>
                  </a:lnTo>
                  <a:cubicBezTo>
                    <a:pt x="1585" y="1746"/>
                    <a:pt x="0" y="3621"/>
                    <a:pt x="0" y="3621"/>
                  </a:cubicBezTo>
                  <a:cubicBezTo>
                    <a:pt x="0" y="3621"/>
                    <a:pt x="788" y="3372"/>
                    <a:pt x="1054" y="3372"/>
                  </a:cubicBezTo>
                  <a:cubicBezTo>
                    <a:pt x="1068" y="3372"/>
                    <a:pt x="1080" y="3373"/>
                    <a:pt x="1091" y="3374"/>
                  </a:cubicBezTo>
                  <a:cubicBezTo>
                    <a:pt x="1295" y="3403"/>
                    <a:pt x="1963" y="4363"/>
                    <a:pt x="1963" y="4363"/>
                  </a:cubicBezTo>
                  <a:cubicBezTo>
                    <a:pt x="1963" y="4363"/>
                    <a:pt x="2312" y="1295"/>
                    <a:pt x="1963" y="815"/>
                  </a:cubicBezTo>
                  <a:cubicBezTo>
                    <a:pt x="1614" y="335"/>
                    <a:pt x="858" y="1"/>
                    <a:pt x="8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102"/>
            <p:cNvSpPr/>
            <p:nvPr/>
          </p:nvSpPr>
          <p:spPr>
            <a:xfrm>
              <a:off x="2791025" y="2546625"/>
              <a:ext cx="17741" cy="127248"/>
            </a:xfrm>
            <a:custGeom>
              <a:rect b="b" l="l" r="r" t="t"/>
              <a:pathLst>
                <a:path extrusionOk="0" fill="none" h="2618" w="365">
                  <a:moveTo>
                    <a:pt x="364" y="2618"/>
                  </a:moveTo>
                  <a:cubicBezTo>
                    <a:pt x="175" y="1964"/>
                    <a:pt x="1" y="1"/>
                    <a:pt x="1" y="1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102"/>
            <p:cNvSpPr/>
            <p:nvPr/>
          </p:nvSpPr>
          <p:spPr>
            <a:xfrm>
              <a:off x="2284323" y="2534620"/>
              <a:ext cx="14873" cy="139253"/>
            </a:xfrm>
            <a:custGeom>
              <a:rect b="b" l="l" r="r" t="t"/>
              <a:pathLst>
                <a:path extrusionOk="0" fill="none" h="2865" w="306">
                  <a:moveTo>
                    <a:pt x="1" y="2865"/>
                  </a:moveTo>
                  <a:cubicBezTo>
                    <a:pt x="88" y="1993"/>
                    <a:pt x="306" y="1"/>
                    <a:pt x="306" y="1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102"/>
            <p:cNvSpPr/>
            <p:nvPr/>
          </p:nvSpPr>
          <p:spPr>
            <a:xfrm>
              <a:off x="2284663" y="1889446"/>
              <a:ext cx="422280" cy="351949"/>
            </a:xfrm>
            <a:custGeom>
              <a:rect b="b" l="l" r="r" t="t"/>
              <a:pathLst>
                <a:path extrusionOk="0" h="7241" w="8688">
                  <a:moveTo>
                    <a:pt x="4863" y="1"/>
                  </a:moveTo>
                  <a:cubicBezTo>
                    <a:pt x="2846" y="1"/>
                    <a:pt x="1" y="2035"/>
                    <a:pt x="1564" y="4027"/>
                  </a:cubicBezTo>
                  <a:cubicBezTo>
                    <a:pt x="1869" y="5060"/>
                    <a:pt x="2247" y="5365"/>
                    <a:pt x="3032" y="5685"/>
                  </a:cubicBezTo>
                  <a:lnTo>
                    <a:pt x="6740" y="7241"/>
                  </a:lnTo>
                  <a:cubicBezTo>
                    <a:pt x="7830" y="6063"/>
                    <a:pt x="8049" y="5510"/>
                    <a:pt x="8049" y="3911"/>
                  </a:cubicBezTo>
                  <a:cubicBezTo>
                    <a:pt x="8688" y="2620"/>
                    <a:pt x="7973" y="645"/>
                    <a:pt x="6732" y="645"/>
                  </a:cubicBezTo>
                  <a:cubicBezTo>
                    <a:pt x="6618" y="645"/>
                    <a:pt x="6499" y="662"/>
                    <a:pt x="6376" y="698"/>
                  </a:cubicBezTo>
                  <a:cubicBezTo>
                    <a:pt x="6073" y="210"/>
                    <a:pt x="5511" y="1"/>
                    <a:pt x="4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102"/>
            <p:cNvSpPr/>
            <p:nvPr/>
          </p:nvSpPr>
          <p:spPr>
            <a:xfrm>
              <a:off x="2460271" y="2123330"/>
              <a:ext cx="171090" cy="319481"/>
            </a:xfrm>
            <a:custGeom>
              <a:rect b="b" l="l" r="r" t="t"/>
              <a:pathLst>
                <a:path extrusionOk="0" h="6573" w="3520">
                  <a:moveTo>
                    <a:pt x="3054" y="0"/>
                  </a:moveTo>
                  <a:lnTo>
                    <a:pt x="423" y="524"/>
                  </a:lnTo>
                  <a:cubicBezTo>
                    <a:pt x="452" y="916"/>
                    <a:pt x="132" y="4362"/>
                    <a:pt x="1" y="5496"/>
                  </a:cubicBezTo>
                  <a:cubicBezTo>
                    <a:pt x="117" y="5787"/>
                    <a:pt x="815" y="6572"/>
                    <a:pt x="1658" y="6572"/>
                  </a:cubicBezTo>
                  <a:cubicBezTo>
                    <a:pt x="2894" y="6572"/>
                    <a:pt x="3520" y="5540"/>
                    <a:pt x="3520" y="5118"/>
                  </a:cubicBezTo>
                  <a:lnTo>
                    <a:pt x="3054" y="0"/>
                  </a:ln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102"/>
            <p:cNvSpPr/>
            <p:nvPr/>
          </p:nvSpPr>
          <p:spPr>
            <a:xfrm>
              <a:off x="2467367" y="2225788"/>
              <a:ext cx="111694" cy="94051"/>
            </a:xfrm>
            <a:custGeom>
              <a:rect b="b" l="l" r="r" t="t"/>
              <a:pathLst>
                <a:path extrusionOk="0" h="1935" w="2298">
                  <a:moveTo>
                    <a:pt x="2298" y="1"/>
                  </a:moveTo>
                  <a:lnTo>
                    <a:pt x="160" y="204"/>
                  </a:lnTo>
                  <a:lnTo>
                    <a:pt x="0" y="1934"/>
                  </a:lnTo>
                  <a:cubicBezTo>
                    <a:pt x="2196" y="1702"/>
                    <a:pt x="2298" y="1"/>
                    <a:pt x="2298" y="1"/>
                  </a:cubicBezTo>
                  <a:close/>
                </a:path>
              </a:pathLst>
            </a:custGeom>
            <a:solidFill>
              <a:srgbClr val="C199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102"/>
            <p:cNvSpPr/>
            <p:nvPr/>
          </p:nvSpPr>
          <p:spPr>
            <a:xfrm>
              <a:off x="2366999" y="1994625"/>
              <a:ext cx="261544" cy="295956"/>
            </a:xfrm>
            <a:custGeom>
              <a:rect b="b" l="l" r="r" t="t"/>
              <a:pathLst>
                <a:path extrusionOk="0" h="6089" w="5381">
                  <a:moveTo>
                    <a:pt x="2226" y="1"/>
                  </a:moveTo>
                  <a:cubicBezTo>
                    <a:pt x="1545" y="1"/>
                    <a:pt x="898" y="235"/>
                    <a:pt x="510" y="845"/>
                  </a:cubicBezTo>
                  <a:cubicBezTo>
                    <a:pt x="1" y="1660"/>
                    <a:pt x="335" y="2110"/>
                    <a:pt x="335" y="2910"/>
                  </a:cubicBezTo>
                  <a:cubicBezTo>
                    <a:pt x="335" y="3783"/>
                    <a:pt x="15" y="5018"/>
                    <a:pt x="699" y="5658"/>
                  </a:cubicBezTo>
                  <a:cubicBezTo>
                    <a:pt x="988" y="5923"/>
                    <a:pt x="1450" y="6089"/>
                    <a:pt x="1972" y="6089"/>
                  </a:cubicBezTo>
                  <a:cubicBezTo>
                    <a:pt x="2710" y="6089"/>
                    <a:pt x="3568" y="5759"/>
                    <a:pt x="4232" y="4917"/>
                  </a:cubicBezTo>
                  <a:cubicBezTo>
                    <a:pt x="5380" y="3477"/>
                    <a:pt x="5133" y="1035"/>
                    <a:pt x="3868" y="409"/>
                  </a:cubicBezTo>
                  <a:cubicBezTo>
                    <a:pt x="3385" y="164"/>
                    <a:pt x="2794" y="1"/>
                    <a:pt x="2226" y="1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102"/>
            <p:cNvSpPr/>
            <p:nvPr/>
          </p:nvSpPr>
          <p:spPr>
            <a:xfrm>
              <a:off x="2367728" y="1956714"/>
              <a:ext cx="272820" cy="198454"/>
            </a:xfrm>
            <a:custGeom>
              <a:rect b="b" l="l" r="r" t="t"/>
              <a:pathLst>
                <a:path extrusionOk="0" h="4083" w="5613">
                  <a:moveTo>
                    <a:pt x="2205" y="0"/>
                  </a:moveTo>
                  <a:cubicBezTo>
                    <a:pt x="1664" y="0"/>
                    <a:pt x="1166" y="129"/>
                    <a:pt x="800" y="433"/>
                  </a:cubicBezTo>
                  <a:cubicBezTo>
                    <a:pt x="15" y="1102"/>
                    <a:pt x="0" y="2643"/>
                    <a:pt x="0" y="2643"/>
                  </a:cubicBezTo>
                  <a:cubicBezTo>
                    <a:pt x="48" y="2650"/>
                    <a:pt x="95" y="2653"/>
                    <a:pt x="141" y="2653"/>
                  </a:cubicBezTo>
                  <a:cubicBezTo>
                    <a:pt x="977" y="2653"/>
                    <a:pt x="1535" y="1583"/>
                    <a:pt x="2472" y="1349"/>
                  </a:cubicBezTo>
                  <a:cubicBezTo>
                    <a:pt x="2530" y="1931"/>
                    <a:pt x="2981" y="2396"/>
                    <a:pt x="3562" y="2483"/>
                  </a:cubicBezTo>
                  <a:cubicBezTo>
                    <a:pt x="4478" y="2920"/>
                    <a:pt x="4333" y="4083"/>
                    <a:pt x="4638" y="4083"/>
                  </a:cubicBezTo>
                  <a:cubicBezTo>
                    <a:pt x="4827" y="4083"/>
                    <a:pt x="4813" y="3298"/>
                    <a:pt x="4973" y="3050"/>
                  </a:cubicBezTo>
                  <a:cubicBezTo>
                    <a:pt x="5613" y="2018"/>
                    <a:pt x="5235" y="942"/>
                    <a:pt x="4100" y="433"/>
                  </a:cubicBezTo>
                  <a:cubicBezTo>
                    <a:pt x="3502" y="169"/>
                    <a:pt x="2825" y="0"/>
                    <a:pt x="22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102"/>
            <p:cNvSpPr/>
            <p:nvPr/>
          </p:nvSpPr>
          <p:spPr>
            <a:xfrm>
              <a:off x="2397377" y="2133731"/>
              <a:ext cx="30475" cy="63867"/>
            </a:xfrm>
            <a:custGeom>
              <a:rect b="b" l="l" r="r" t="t"/>
              <a:pathLst>
                <a:path extrusionOk="0" h="1314" w="627">
                  <a:moveTo>
                    <a:pt x="320" y="1"/>
                  </a:moveTo>
                  <a:cubicBezTo>
                    <a:pt x="301" y="1"/>
                    <a:pt x="292" y="22"/>
                    <a:pt x="292" y="34"/>
                  </a:cubicBezTo>
                  <a:cubicBezTo>
                    <a:pt x="248" y="252"/>
                    <a:pt x="190" y="455"/>
                    <a:pt x="132" y="644"/>
                  </a:cubicBezTo>
                  <a:cubicBezTo>
                    <a:pt x="45" y="950"/>
                    <a:pt x="1" y="1066"/>
                    <a:pt x="45" y="1124"/>
                  </a:cubicBezTo>
                  <a:cubicBezTo>
                    <a:pt x="117" y="1226"/>
                    <a:pt x="190" y="1313"/>
                    <a:pt x="597" y="1313"/>
                  </a:cubicBezTo>
                  <a:cubicBezTo>
                    <a:pt x="612" y="1299"/>
                    <a:pt x="626" y="1284"/>
                    <a:pt x="626" y="1255"/>
                  </a:cubicBezTo>
                  <a:cubicBezTo>
                    <a:pt x="626" y="1240"/>
                    <a:pt x="612" y="1211"/>
                    <a:pt x="582" y="1211"/>
                  </a:cubicBezTo>
                  <a:cubicBezTo>
                    <a:pt x="204" y="1211"/>
                    <a:pt x="161" y="1139"/>
                    <a:pt x="117" y="1066"/>
                  </a:cubicBezTo>
                  <a:cubicBezTo>
                    <a:pt x="132" y="935"/>
                    <a:pt x="175" y="804"/>
                    <a:pt x="219" y="673"/>
                  </a:cubicBezTo>
                  <a:cubicBezTo>
                    <a:pt x="277" y="470"/>
                    <a:pt x="335" y="266"/>
                    <a:pt x="379" y="48"/>
                  </a:cubicBezTo>
                  <a:cubicBezTo>
                    <a:pt x="379" y="34"/>
                    <a:pt x="364" y="5"/>
                    <a:pt x="335" y="5"/>
                  </a:cubicBezTo>
                  <a:cubicBezTo>
                    <a:pt x="330" y="2"/>
                    <a:pt x="325" y="1"/>
                    <a:pt x="3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102"/>
            <p:cNvSpPr/>
            <p:nvPr/>
          </p:nvSpPr>
          <p:spPr>
            <a:xfrm>
              <a:off x="2446176" y="2102138"/>
              <a:ext cx="17692" cy="29698"/>
            </a:xfrm>
            <a:custGeom>
              <a:rect b="b" l="l" r="r" t="t"/>
              <a:pathLst>
                <a:path extrusionOk="0" h="611" w="364">
                  <a:moveTo>
                    <a:pt x="189" y="0"/>
                  </a:moveTo>
                  <a:cubicBezTo>
                    <a:pt x="87" y="0"/>
                    <a:pt x="0" y="131"/>
                    <a:pt x="0" y="306"/>
                  </a:cubicBezTo>
                  <a:cubicBezTo>
                    <a:pt x="0" y="480"/>
                    <a:pt x="87" y="611"/>
                    <a:pt x="189" y="611"/>
                  </a:cubicBezTo>
                  <a:cubicBezTo>
                    <a:pt x="291" y="611"/>
                    <a:pt x="364" y="480"/>
                    <a:pt x="364" y="306"/>
                  </a:cubicBezTo>
                  <a:cubicBezTo>
                    <a:pt x="364" y="131"/>
                    <a:pt x="291" y="0"/>
                    <a:pt x="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102"/>
            <p:cNvSpPr/>
            <p:nvPr/>
          </p:nvSpPr>
          <p:spPr>
            <a:xfrm>
              <a:off x="2439809" y="2076232"/>
              <a:ext cx="48799" cy="17644"/>
            </a:xfrm>
            <a:custGeom>
              <a:rect b="b" l="l" r="r" t="t"/>
              <a:pathLst>
                <a:path extrusionOk="0" h="363" w="1004">
                  <a:moveTo>
                    <a:pt x="433" y="1"/>
                  </a:moveTo>
                  <a:cubicBezTo>
                    <a:pt x="250" y="1"/>
                    <a:pt x="88" y="111"/>
                    <a:pt x="0" y="286"/>
                  </a:cubicBezTo>
                  <a:cubicBezTo>
                    <a:pt x="10" y="311"/>
                    <a:pt x="31" y="320"/>
                    <a:pt x="61" y="320"/>
                  </a:cubicBezTo>
                  <a:cubicBezTo>
                    <a:pt x="169" y="320"/>
                    <a:pt x="385" y="198"/>
                    <a:pt x="534" y="198"/>
                  </a:cubicBezTo>
                  <a:cubicBezTo>
                    <a:pt x="540" y="198"/>
                    <a:pt x="547" y="198"/>
                    <a:pt x="553" y="199"/>
                  </a:cubicBezTo>
                  <a:cubicBezTo>
                    <a:pt x="846" y="225"/>
                    <a:pt x="870" y="362"/>
                    <a:pt x="962" y="362"/>
                  </a:cubicBezTo>
                  <a:cubicBezTo>
                    <a:pt x="971" y="362"/>
                    <a:pt x="979" y="361"/>
                    <a:pt x="989" y="359"/>
                  </a:cubicBezTo>
                  <a:cubicBezTo>
                    <a:pt x="1004" y="213"/>
                    <a:pt x="815" y="24"/>
                    <a:pt x="524" y="10"/>
                  </a:cubicBezTo>
                  <a:cubicBezTo>
                    <a:pt x="493" y="4"/>
                    <a:pt x="463" y="1"/>
                    <a:pt x="4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102"/>
            <p:cNvSpPr/>
            <p:nvPr/>
          </p:nvSpPr>
          <p:spPr>
            <a:xfrm>
              <a:off x="2384691" y="2111325"/>
              <a:ext cx="14144" cy="24789"/>
            </a:xfrm>
            <a:custGeom>
              <a:rect b="b" l="l" r="r" t="t"/>
              <a:pathLst>
                <a:path extrusionOk="0" h="510" w="291">
                  <a:moveTo>
                    <a:pt x="146" y="0"/>
                  </a:moveTo>
                  <a:cubicBezTo>
                    <a:pt x="58" y="0"/>
                    <a:pt x="0" y="102"/>
                    <a:pt x="0" y="247"/>
                  </a:cubicBezTo>
                  <a:cubicBezTo>
                    <a:pt x="0" y="393"/>
                    <a:pt x="58" y="509"/>
                    <a:pt x="146" y="509"/>
                  </a:cubicBezTo>
                  <a:cubicBezTo>
                    <a:pt x="218" y="509"/>
                    <a:pt x="291" y="393"/>
                    <a:pt x="291" y="247"/>
                  </a:cubicBezTo>
                  <a:cubicBezTo>
                    <a:pt x="291" y="102"/>
                    <a:pt x="218" y="0"/>
                    <a:pt x="1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102"/>
            <p:cNvSpPr/>
            <p:nvPr/>
          </p:nvSpPr>
          <p:spPr>
            <a:xfrm>
              <a:off x="2369138" y="2092417"/>
              <a:ext cx="33246" cy="19102"/>
            </a:xfrm>
            <a:custGeom>
              <a:rect b="b" l="l" r="r" t="t"/>
              <a:pathLst>
                <a:path extrusionOk="0" h="393" w="684">
                  <a:moveTo>
                    <a:pt x="392" y="0"/>
                  </a:moveTo>
                  <a:cubicBezTo>
                    <a:pt x="344" y="0"/>
                    <a:pt x="295" y="8"/>
                    <a:pt x="247" y="26"/>
                  </a:cubicBezTo>
                  <a:cubicBezTo>
                    <a:pt x="102" y="84"/>
                    <a:pt x="0" y="244"/>
                    <a:pt x="44" y="389"/>
                  </a:cubicBezTo>
                  <a:cubicBezTo>
                    <a:pt x="49" y="392"/>
                    <a:pt x="53" y="393"/>
                    <a:pt x="57" y="393"/>
                  </a:cubicBezTo>
                  <a:cubicBezTo>
                    <a:pt x="103" y="393"/>
                    <a:pt x="118" y="252"/>
                    <a:pt x="291" y="186"/>
                  </a:cubicBezTo>
                  <a:cubicBezTo>
                    <a:pt x="321" y="171"/>
                    <a:pt x="361" y="166"/>
                    <a:pt x="405" y="166"/>
                  </a:cubicBezTo>
                  <a:cubicBezTo>
                    <a:pt x="467" y="166"/>
                    <a:pt x="536" y="175"/>
                    <a:pt x="589" y="175"/>
                  </a:cubicBezTo>
                  <a:cubicBezTo>
                    <a:pt x="644" y="175"/>
                    <a:pt x="684" y="166"/>
                    <a:pt x="684" y="128"/>
                  </a:cubicBezTo>
                  <a:cubicBezTo>
                    <a:pt x="612" y="46"/>
                    <a:pt x="505" y="0"/>
                    <a:pt x="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102"/>
            <p:cNvSpPr/>
            <p:nvPr/>
          </p:nvSpPr>
          <p:spPr>
            <a:xfrm>
              <a:off x="2430622" y="2201777"/>
              <a:ext cx="48799" cy="31933"/>
            </a:xfrm>
            <a:custGeom>
              <a:rect b="b" l="l" r="r" t="t"/>
              <a:pathLst>
                <a:path extrusionOk="0" h="657" w="1004">
                  <a:moveTo>
                    <a:pt x="902" y="0"/>
                  </a:moveTo>
                  <a:lnTo>
                    <a:pt x="902" y="0"/>
                  </a:lnTo>
                  <a:cubicBezTo>
                    <a:pt x="640" y="233"/>
                    <a:pt x="335" y="393"/>
                    <a:pt x="0" y="495"/>
                  </a:cubicBezTo>
                  <a:cubicBezTo>
                    <a:pt x="183" y="599"/>
                    <a:pt x="401" y="657"/>
                    <a:pt x="613" y="657"/>
                  </a:cubicBezTo>
                  <a:cubicBezTo>
                    <a:pt x="636" y="657"/>
                    <a:pt x="660" y="656"/>
                    <a:pt x="684" y="655"/>
                  </a:cubicBezTo>
                  <a:cubicBezTo>
                    <a:pt x="1003" y="596"/>
                    <a:pt x="902" y="0"/>
                    <a:pt x="9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102"/>
            <p:cNvSpPr/>
            <p:nvPr/>
          </p:nvSpPr>
          <p:spPr>
            <a:xfrm>
              <a:off x="2598114" y="2092952"/>
              <a:ext cx="70574" cy="87100"/>
            </a:xfrm>
            <a:custGeom>
              <a:rect b="b" l="l" r="r" t="t"/>
              <a:pathLst>
                <a:path extrusionOk="0" h="1792" w="1452">
                  <a:moveTo>
                    <a:pt x="728" y="1"/>
                  </a:moveTo>
                  <a:cubicBezTo>
                    <a:pt x="545" y="1"/>
                    <a:pt x="361" y="78"/>
                    <a:pt x="233" y="247"/>
                  </a:cubicBezTo>
                  <a:cubicBezTo>
                    <a:pt x="0" y="553"/>
                    <a:pt x="335" y="1789"/>
                    <a:pt x="320" y="1789"/>
                  </a:cubicBezTo>
                  <a:cubicBezTo>
                    <a:pt x="349" y="1790"/>
                    <a:pt x="377" y="1791"/>
                    <a:pt x="405" y="1791"/>
                  </a:cubicBezTo>
                  <a:cubicBezTo>
                    <a:pt x="1358" y="1791"/>
                    <a:pt x="1451" y="833"/>
                    <a:pt x="1352" y="480"/>
                  </a:cubicBezTo>
                  <a:cubicBezTo>
                    <a:pt x="1274" y="175"/>
                    <a:pt x="1002" y="1"/>
                    <a:pt x="728" y="1"/>
                  </a:cubicBezTo>
                  <a:close/>
                </a:path>
              </a:pathLst>
            </a:custGeom>
            <a:solidFill>
              <a:srgbClr val="D5AC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102"/>
            <p:cNvSpPr/>
            <p:nvPr/>
          </p:nvSpPr>
          <p:spPr>
            <a:xfrm>
              <a:off x="2609390" y="2108943"/>
              <a:ext cx="36794" cy="43404"/>
            </a:xfrm>
            <a:custGeom>
              <a:rect b="b" l="l" r="r" t="t"/>
              <a:pathLst>
                <a:path extrusionOk="0" h="893" w="757">
                  <a:moveTo>
                    <a:pt x="506" y="0"/>
                  </a:moveTo>
                  <a:cubicBezTo>
                    <a:pt x="431" y="0"/>
                    <a:pt x="355" y="22"/>
                    <a:pt x="292" y="64"/>
                  </a:cubicBezTo>
                  <a:cubicBezTo>
                    <a:pt x="88" y="195"/>
                    <a:pt x="1" y="529"/>
                    <a:pt x="74" y="849"/>
                  </a:cubicBezTo>
                  <a:cubicBezTo>
                    <a:pt x="88" y="878"/>
                    <a:pt x="117" y="893"/>
                    <a:pt x="146" y="893"/>
                  </a:cubicBezTo>
                  <a:cubicBezTo>
                    <a:pt x="175" y="878"/>
                    <a:pt x="190" y="849"/>
                    <a:pt x="190" y="820"/>
                  </a:cubicBezTo>
                  <a:cubicBezTo>
                    <a:pt x="117" y="544"/>
                    <a:pt x="190" y="267"/>
                    <a:pt x="350" y="151"/>
                  </a:cubicBezTo>
                  <a:cubicBezTo>
                    <a:pt x="396" y="125"/>
                    <a:pt x="447" y="110"/>
                    <a:pt x="498" y="110"/>
                  </a:cubicBezTo>
                  <a:cubicBezTo>
                    <a:pt x="560" y="110"/>
                    <a:pt x="622" y="132"/>
                    <a:pt x="670" y="180"/>
                  </a:cubicBezTo>
                  <a:cubicBezTo>
                    <a:pt x="678" y="184"/>
                    <a:pt x="687" y="186"/>
                    <a:pt x="695" y="186"/>
                  </a:cubicBezTo>
                  <a:cubicBezTo>
                    <a:pt x="715" y="186"/>
                    <a:pt x="732" y="176"/>
                    <a:pt x="742" y="166"/>
                  </a:cubicBezTo>
                  <a:cubicBezTo>
                    <a:pt x="757" y="136"/>
                    <a:pt x="757" y="107"/>
                    <a:pt x="728" y="78"/>
                  </a:cubicBezTo>
                  <a:cubicBezTo>
                    <a:pt x="667" y="25"/>
                    <a:pt x="587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102"/>
            <p:cNvSpPr/>
            <p:nvPr/>
          </p:nvSpPr>
          <p:spPr>
            <a:xfrm>
              <a:off x="1358553" y="2008137"/>
              <a:ext cx="145621" cy="445270"/>
            </a:xfrm>
            <a:custGeom>
              <a:rect b="b" l="l" r="r" t="t"/>
              <a:pathLst>
                <a:path extrusionOk="0" h="9161" w="2996">
                  <a:moveTo>
                    <a:pt x="0" y="0"/>
                  </a:moveTo>
                  <a:lnTo>
                    <a:pt x="800" y="9160"/>
                  </a:lnTo>
                  <a:lnTo>
                    <a:pt x="2996" y="9160"/>
                  </a:lnTo>
                  <a:lnTo>
                    <a:pt x="218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102"/>
            <p:cNvSpPr/>
            <p:nvPr/>
          </p:nvSpPr>
          <p:spPr>
            <a:xfrm>
              <a:off x="1581842" y="2162894"/>
              <a:ext cx="132206" cy="290512"/>
            </a:xfrm>
            <a:custGeom>
              <a:rect b="b" l="l" r="r" t="t"/>
              <a:pathLst>
                <a:path extrusionOk="0" h="5977" w="2720">
                  <a:moveTo>
                    <a:pt x="1" y="1"/>
                  </a:moveTo>
                  <a:lnTo>
                    <a:pt x="524" y="5976"/>
                  </a:lnTo>
                  <a:lnTo>
                    <a:pt x="2720" y="5976"/>
                  </a:lnTo>
                  <a:lnTo>
                    <a:pt x="21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102"/>
            <p:cNvSpPr/>
            <p:nvPr/>
          </p:nvSpPr>
          <p:spPr>
            <a:xfrm>
              <a:off x="1783988" y="2298597"/>
              <a:ext cx="120200" cy="154807"/>
            </a:xfrm>
            <a:custGeom>
              <a:rect b="b" l="l" r="r" t="t"/>
              <a:pathLst>
                <a:path extrusionOk="0" h="3185" w="2473">
                  <a:moveTo>
                    <a:pt x="0" y="0"/>
                  </a:moveTo>
                  <a:lnTo>
                    <a:pt x="291" y="3184"/>
                  </a:lnTo>
                  <a:lnTo>
                    <a:pt x="2472" y="3184"/>
                  </a:lnTo>
                  <a:lnTo>
                    <a:pt x="21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102"/>
            <p:cNvSpPr/>
            <p:nvPr/>
          </p:nvSpPr>
          <p:spPr>
            <a:xfrm>
              <a:off x="1376926" y="2218011"/>
              <a:ext cx="127248" cy="235394"/>
            </a:xfrm>
            <a:custGeom>
              <a:rect b="b" l="l" r="r" t="t"/>
              <a:pathLst>
                <a:path extrusionOk="0" h="4843" w="2618">
                  <a:moveTo>
                    <a:pt x="0" y="1"/>
                  </a:moveTo>
                  <a:lnTo>
                    <a:pt x="422" y="4842"/>
                  </a:lnTo>
                  <a:lnTo>
                    <a:pt x="2618" y="4842"/>
                  </a:lnTo>
                  <a:lnTo>
                    <a:pt x="21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102"/>
            <p:cNvSpPr/>
            <p:nvPr/>
          </p:nvSpPr>
          <p:spPr>
            <a:xfrm>
              <a:off x="1600263" y="2375635"/>
              <a:ext cx="113784" cy="77768"/>
            </a:xfrm>
            <a:custGeom>
              <a:rect b="b" l="l" r="r" t="t"/>
              <a:pathLst>
                <a:path extrusionOk="0" h="1600" w="2341">
                  <a:moveTo>
                    <a:pt x="0" y="0"/>
                  </a:moveTo>
                  <a:lnTo>
                    <a:pt x="145" y="1599"/>
                  </a:lnTo>
                  <a:lnTo>
                    <a:pt x="2341" y="1599"/>
                  </a:lnTo>
                  <a:lnTo>
                    <a:pt x="2196" y="0"/>
                  </a:lnTo>
                  <a:close/>
                </a:path>
              </a:pathLst>
            </a:custGeom>
            <a:solidFill>
              <a:srgbClr val="9973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102"/>
            <p:cNvSpPr/>
            <p:nvPr/>
          </p:nvSpPr>
          <p:spPr>
            <a:xfrm>
              <a:off x="1787536" y="2338890"/>
              <a:ext cx="116652" cy="114513"/>
            </a:xfrm>
            <a:custGeom>
              <a:rect b="b" l="l" r="r" t="t"/>
              <a:pathLst>
                <a:path extrusionOk="0" h="2356" w="2400">
                  <a:moveTo>
                    <a:pt x="0" y="0"/>
                  </a:moveTo>
                  <a:lnTo>
                    <a:pt x="218" y="2355"/>
                  </a:lnTo>
                  <a:lnTo>
                    <a:pt x="2399" y="2355"/>
                  </a:lnTo>
                  <a:lnTo>
                    <a:pt x="21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102"/>
            <p:cNvSpPr/>
            <p:nvPr/>
          </p:nvSpPr>
          <p:spPr>
            <a:xfrm>
              <a:off x="1252547" y="1969254"/>
              <a:ext cx="817001" cy="484154"/>
            </a:xfrm>
            <a:custGeom>
              <a:rect b="b" l="l" r="r" t="t"/>
              <a:pathLst>
                <a:path extrusionOk="0" fill="none" h="9961" w="16809">
                  <a:moveTo>
                    <a:pt x="0" y="1"/>
                  </a:moveTo>
                  <a:lnTo>
                    <a:pt x="873" y="9960"/>
                  </a:lnTo>
                  <a:lnTo>
                    <a:pt x="16808" y="9960"/>
                  </a:lnTo>
                </a:path>
              </a:pathLst>
            </a:custGeom>
            <a:noFill/>
            <a:ln cap="flat" cmpd="sng" w="4725">
              <a:solidFill>
                <a:schemeClr val="dk2"/>
              </a:solidFill>
              <a:prstDash val="solid"/>
              <a:miter lim="1453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102"/>
            <p:cNvSpPr/>
            <p:nvPr/>
          </p:nvSpPr>
          <p:spPr>
            <a:xfrm>
              <a:off x="2040523" y="2104957"/>
              <a:ext cx="81268" cy="77088"/>
            </a:xfrm>
            <a:custGeom>
              <a:rect b="b" l="l" r="r" t="t"/>
              <a:pathLst>
                <a:path extrusionOk="0" h="1586" w="1672">
                  <a:moveTo>
                    <a:pt x="771" y="0"/>
                  </a:moveTo>
                  <a:cubicBezTo>
                    <a:pt x="335" y="0"/>
                    <a:pt x="0" y="364"/>
                    <a:pt x="44" y="800"/>
                  </a:cubicBezTo>
                  <a:cubicBezTo>
                    <a:pt x="88" y="1236"/>
                    <a:pt x="451" y="1585"/>
                    <a:pt x="902" y="1585"/>
                  </a:cubicBezTo>
                  <a:cubicBezTo>
                    <a:pt x="910" y="1585"/>
                    <a:pt x="918" y="1586"/>
                    <a:pt x="926" y="1586"/>
                  </a:cubicBezTo>
                  <a:cubicBezTo>
                    <a:pt x="1350" y="1586"/>
                    <a:pt x="1672" y="1214"/>
                    <a:pt x="1629" y="800"/>
                  </a:cubicBezTo>
                  <a:cubicBezTo>
                    <a:pt x="1585" y="349"/>
                    <a:pt x="1207" y="0"/>
                    <a:pt x="7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102"/>
            <p:cNvSpPr/>
            <p:nvPr/>
          </p:nvSpPr>
          <p:spPr>
            <a:xfrm>
              <a:off x="2048980" y="2237356"/>
              <a:ext cx="87003" cy="77622"/>
            </a:xfrm>
            <a:custGeom>
              <a:rect b="b" l="l" r="r" t="t"/>
              <a:pathLst>
                <a:path extrusionOk="0" h="1597" w="1790">
                  <a:moveTo>
                    <a:pt x="835" y="1"/>
                  </a:moveTo>
                  <a:cubicBezTo>
                    <a:pt x="632" y="1"/>
                    <a:pt x="435" y="77"/>
                    <a:pt x="292" y="228"/>
                  </a:cubicBezTo>
                  <a:cubicBezTo>
                    <a:pt x="1" y="533"/>
                    <a:pt x="44" y="1028"/>
                    <a:pt x="364" y="1348"/>
                  </a:cubicBezTo>
                  <a:cubicBezTo>
                    <a:pt x="537" y="1513"/>
                    <a:pt x="757" y="1597"/>
                    <a:pt x="969" y="1597"/>
                  </a:cubicBezTo>
                  <a:cubicBezTo>
                    <a:pt x="1167" y="1597"/>
                    <a:pt x="1358" y="1524"/>
                    <a:pt x="1498" y="1377"/>
                  </a:cubicBezTo>
                  <a:cubicBezTo>
                    <a:pt x="1789" y="1071"/>
                    <a:pt x="1760" y="562"/>
                    <a:pt x="1426" y="242"/>
                  </a:cubicBezTo>
                  <a:cubicBezTo>
                    <a:pt x="1257" y="81"/>
                    <a:pt x="1043" y="1"/>
                    <a:pt x="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102"/>
            <p:cNvSpPr/>
            <p:nvPr/>
          </p:nvSpPr>
          <p:spPr>
            <a:xfrm>
              <a:off x="2029247" y="1972802"/>
              <a:ext cx="81268" cy="77088"/>
            </a:xfrm>
            <a:custGeom>
              <a:rect b="b" l="l" r="r" t="t"/>
              <a:pathLst>
                <a:path extrusionOk="0" h="1586" w="1672">
                  <a:moveTo>
                    <a:pt x="732" y="0"/>
                  </a:moveTo>
                  <a:cubicBezTo>
                    <a:pt x="322" y="0"/>
                    <a:pt x="0" y="372"/>
                    <a:pt x="29" y="786"/>
                  </a:cubicBezTo>
                  <a:cubicBezTo>
                    <a:pt x="87" y="1236"/>
                    <a:pt x="450" y="1571"/>
                    <a:pt x="901" y="1585"/>
                  </a:cubicBezTo>
                  <a:cubicBezTo>
                    <a:pt x="1337" y="1585"/>
                    <a:pt x="1672" y="1222"/>
                    <a:pt x="1628" y="786"/>
                  </a:cubicBezTo>
                  <a:cubicBezTo>
                    <a:pt x="1585" y="349"/>
                    <a:pt x="1206" y="0"/>
                    <a:pt x="756" y="0"/>
                  </a:cubicBezTo>
                  <a:cubicBezTo>
                    <a:pt x="748" y="0"/>
                    <a:pt x="740" y="0"/>
                    <a:pt x="73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102"/>
            <p:cNvSpPr/>
            <p:nvPr/>
          </p:nvSpPr>
          <p:spPr>
            <a:xfrm>
              <a:off x="1961346" y="1477426"/>
              <a:ext cx="117381" cy="9915"/>
            </a:xfrm>
            <a:custGeom>
              <a:rect b="b" l="l" r="r" t="t"/>
              <a:pathLst>
                <a:path extrusionOk="0" h="204" w="2415">
                  <a:moveTo>
                    <a:pt x="1" y="0"/>
                  </a:moveTo>
                  <a:lnTo>
                    <a:pt x="15" y="204"/>
                  </a:lnTo>
                  <a:lnTo>
                    <a:pt x="2414" y="204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102"/>
            <p:cNvSpPr/>
            <p:nvPr/>
          </p:nvSpPr>
          <p:spPr>
            <a:xfrm>
              <a:off x="1963485" y="1497889"/>
              <a:ext cx="48799" cy="9964"/>
            </a:xfrm>
            <a:custGeom>
              <a:rect b="b" l="l" r="r" t="t"/>
              <a:pathLst>
                <a:path extrusionOk="0" h="205" w="1004">
                  <a:moveTo>
                    <a:pt x="0" y="1"/>
                  </a:moveTo>
                  <a:lnTo>
                    <a:pt x="15" y="204"/>
                  </a:lnTo>
                  <a:lnTo>
                    <a:pt x="1004" y="204"/>
                  </a:lnTo>
                  <a:lnTo>
                    <a:pt x="9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102"/>
            <p:cNvSpPr/>
            <p:nvPr/>
          </p:nvSpPr>
          <p:spPr>
            <a:xfrm>
              <a:off x="1964894" y="1518400"/>
              <a:ext cx="117381" cy="9915"/>
            </a:xfrm>
            <a:custGeom>
              <a:rect b="b" l="l" r="r" t="t"/>
              <a:pathLst>
                <a:path extrusionOk="0" h="204" w="2415">
                  <a:moveTo>
                    <a:pt x="1" y="0"/>
                  </a:moveTo>
                  <a:lnTo>
                    <a:pt x="15" y="204"/>
                  </a:lnTo>
                  <a:lnTo>
                    <a:pt x="2414" y="204"/>
                  </a:lnTo>
                  <a:lnTo>
                    <a:pt x="24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102"/>
            <p:cNvSpPr/>
            <p:nvPr/>
          </p:nvSpPr>
          <p:spPr>
            <a:xfrm>
              <a:off x="1825059" y="1546590"/>
              <a:ext cx="101001" cy="77136"/>
            </a:xfrm>
            <a:custGeom>
              <a:rect b="b" l="l" r="r" t="t"/>
              <a:pathLst>
                <a:path extrusionOk="0" h="1587" w="2078">
                  <a:moveTo>
                    <a:pt x="896" y="1"/>
                  </a:moveTo>
                  <a:cubicBezTo>
                    <a:pt x="395" y="1"/>
                    <a:pt x="0" y="440"/>
                    <a:pt x="42" y="947"/>
                  </a:cubicBezTo>
                  <a:cubicBezTo>
                    <a:pt x="86" y="1456"/>
                    <a:pt x="551" y="1587"/>
                    <a:pt x="1089" y="1587"/>
                  </a:cubicBezTo>
                  <a:cubicBezTo>
                    <a:pt x="1642" y="1587"/>
                    <a:pt x="2078" y="1456"/>
                    <a:pt x="2034" y="947"/>
                  </a:cubicBezTo>
                  <a:cubicBezTo>
                    <a:pt x="1963" y="404"/>
                    <a:pt x="1512" y="2"/>
                    <a:pt x="972" y="2"/>
                  </a:cubicBezTo>
                  <a:cubicBezTo>
                    <a:pt x="963" y="2"/>
                    <a:pt x="953" y="2"/>
                    <a:pt x="944" y="2"/>
                  </a:cubicBezTo>
                  <a:cubicBezTo>
                    <a:pt x="928" y="1"/>
                    <a:pt x="912" y="1"/>
                    <a:pt x="8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102"/>
            <p:cNvSpPr/>
            <p:nvPr/>
          </p:nvSpPr>
          <p:spPr>
            <a:xfrm>
              <a:off x="1834877" y="1468920"/>
              <a:ext cx="60805" cy="57986"/>
            </a:xfrm>
            <a:custGeom>
              <a:rect b="b" l="l" r="r" t="t"/>
              <a:pathLst>
                <a:path extrusionOk="0" h="1193" w="1251">
                  <a:moveTo>
                    <a:pt x="582" y="1"/>
                  </a:moveTo>
                  <a:cubicBezTo>
                    <a:pt x="247" y="1"/>
                    <a:pt x="0" y="277"/>
                    <a:pt x="29" y="597"/>
                  </a:cubicBezTo>
                  <a:cubicBezTo>
                    <a:pt x="58" y="931"/>
                    <a:pt x="349" y="1193"/>
                    <a:pt x="684" y="1193"/>
                  </a:cubicBezTo>
                  <a:cubicBezTo>
                    <a:pt x="1003" y="1193"/>
                    <a:pt x="1251" y="917"/>
                    <a:pt x="1222" y="597"/>
                  </a:cubicBezTo>
                  <a:cubicBezTo>
                    <a:pt x="1192" y="262"/>
                    <a:pt x="916" y="1"/>
                    <a:pt x="5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102"/>
            <p:cNvSpPr/>
            <p:nvPr/>
          </p:nvSpPr>
          <p:spPr>
            <a:xfrm>
              <a:off x="3046830" y="1928961"/>
              <a:ext cx="168271" cy="154856"/>
            </a:xfrm>
            <a:custGeom>
              <a:rect b="b" l="l" r="r" t="t"/>
              <a:pathLst>
                <a:path extrusionOk="0" h="3186" w="3462">
                  <a:moveTo>
                    <a:pt x="277" y="1"/>
                  </a:moveTo>
                  <a:lnTo>
                    <a:pt x="1" y="3185"/>
                  </a:lnTo>
                  <a:lnTo>
                    <a:pt x="3185" y="3185"/>
                  </a:lnTo>
                  <a:lnTo>
                    <a:pt x="3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102"/>
            <p:cNvSpPr/>
            <p:nvPr/>
          </p:nvSpPr>
          <p:spPr>
            <a:xfrm>
              <a:off x="3041921" y="2141702"/>
              <a:ext cx="573879" cy="38933"/>
            </a:xfrm>
            <a:custGeom>
              <a:rect b="b" l="l" r="r" t="t"/>
              <a:pathLst>
                <a:path extrusionOk="0" h="801" w="11807">
                  <a:moveTo>
                    <a:pt x="58" y="0"/>
                  </a:moveTo>
                  <a:lnTo>
                    <a:pt x="0" y="800"/>
                  </a:lnTo>
                  <a:lnTo>
                    <a:pt x="11748" y="800"/>
                  </a:lnTo>
                  <a:lnTo>
                    <a:pt x="118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102"/>
            <p:cNvSpPr/>
            <p:nvPr/>
          </p:nvSpPr>
          <p:spPr>
            <a:xfrm>
              <a:off x="3034825" y="2219421"/>
              <a:ext cx="438903" cy="38933"/>
            </a:xfrm>
            <a:custGeom>
              <a:rect b="b" l="l" r="r" t="t"/>
              <a:pathLst>
                <a:path extrusionOk="0" h="801" w="9030">
                  <a:moveTo>
                    <a:pt x="73" y="1"/>
                  </a:moveTo>
                  <a:lnTo>
                    <a:pt x="1" y="801"/>
                  </a:lnTo>
                  <a:lnTo>
                    <a:pt x="8957" y="801"/>
                  </a:lnTo>
                  <a:lnTo>
                    <a:pt x="903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102"/>
            <p:cNvSpPr/>
            <p:nvPr/>
          </p:nvSpPr>
          <p:spPr>
            <a:xfrm>
              <a:off x="3027777" y="2296459"/>
              <a:ext cx="506756" cy="38933"/>
            </a:xfrm>
            <a:custGeom>
              <a:rect b="b" l="l" r="r" t="t"/>
              <a:pathLst>
                <a:path extrusionOk="0" h="801" w="10426">
                  <a:moveTo>
                    <a:pt x="73" y="1"/>
                  </a:moveTo>
                  <a:lnTo>
                    <a:pt x="0" y="800"/>
                  </a:lnTo>
                  <a:lnTo>
                    <a:pt x="10367" y="800"/>
                  </a:lnTo>
                  <a:lnTo>
                    <a:pt x="104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102"/>
            <p:cNvSpPr/>
            <p:nvPr/>
          </p:nvSpPr>
          <p:spPr>
            <a:xfrm>
              <a:off x="3041921" y="2141702"/>
              <a:ext cx="448089" cy="38933"/>
            </a:xfrm>
            <a:custGeom>
              <a:rect b="b" l="l" r="r" t="t"/>
              <a:pathLst>
                <a:path extrusionOk="0" h="801" w="9219">
                  <a:moveTo>
                    <a:pt x="58" y="0"/>
                  </a:moveTo>
                  <a:lnTo>
                    <a:pt x="0" y="800"/>
                  </a:lnTo>
                  <a:lnTo>
                    <a:pt x="9146" y="800"/>
                  </a:lnTo>
                  <a:lnTo>
                    <a:pt x="92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102"/>
            <p:cNvSpPr/>
            <p:nvPr/>
          </p:nvSpPr>
          <p:spPr>
            <a:xfrm>
              <a:off x="3034825" y="2219421"/>
              <a:ext cx="342811" cy="38933"/>
            </a:xfrm>
            <a:custGeom>
              <a:rect b="b" l="l" r="r" t="t"/>
              <a:pathLst>
                <a:path extrusionOk="0" h="801" w="7053">
                  <a:moveTo>
                    <a:pt x="73" y="1"/>
                  </a:moveTo>
                  <a:lnTo>
                    <a:pt x="1" y="801"/>
                  </a:lnTo>
                  <a:lnTo>
                    <a:pt x="6980" y="801"/>
                  </a:lnTo>
                  <a:lnTo>
                    <a:pt x="70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102"/>
            <p:cNvSpPr/>
            <p:nvPr/>
          </p:nvSpPr>
          <p:spPr>
            <a:xfrm>
              <a:off x="3027777" y="2296459"/>
              <a:ext cx="395791" cy="38933"/>
            </a:xfrm>
            <a:custGeom>
              <a:rect b="b" l="l" r="r" t="t"/>
              <a:pathLst>
                <a:path extrusionOk="0" h="801" w="8143">
                  <a:moveTo>
                    <a:pt x="73" y="1"/>
                  </a:moveTo>
                  <a:lnTo>
                    <a:pt x="0" y="800"/>
                  </a:lnTo>
                  <a:lnTo>
                    <a:pt x="8070" y="800"/>
                  </a:lnTo>
                  <a:lnTo>
                    <a:pt x="814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102"/>
            <p:cNvSpPr/>
            <p:nvPr/>
          </p:nvSpPr>
          <p:spPr>
            <a:xfrm>
              <a:off x="3333791" y="1928961"/>
              <a:ext cx="253718" cy="19150"/>
            </a:xfrm>
            <a:custGeom>
              <a:rect b="b" l="l" r="r" t="t"/>
              <a:pathLst>
                <a:path extrusionOk="0" h="394" w="5220">
                  <a:moveTo>
                    <a:pt x="44" y="1"/>
                  </a:moveTo>
                  <a:lnTo>
                    <a:pt x="0" y="394"/>
                  </a:lnTo>
                  <a:lnTo>
                    <a:pt x="5191" y="394"/>
                  </a:lnTo>
                  <a:lnTo>
                    <a:pt x="52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102"/>
            <p:cNvSpPr/>
            <p:nvPr/>
          </p:nvSpPr>
          <p:spPr>
            <a:xfrm>
              <a:off x="3329514" y="1979169"/>
              <a:ext cx="205016" cy="19102"/>
            </a:xfrm>
            <a:custGeom>
              <a:rect b="b" l="l" r="r" t="t"/>
              <a:pathLst>
                <a:path extrusionOk="0" h="393" w="4218">
                  <a:moveTo>
                    <a:pt x="44" y="0"/>
                  </a:moveTo>
                  <a:lnTo>
                    <a:pt x="1" y="393"/>
                  </a:lnTo>
                  <a:lnTo>
                    <a:pt x="4188" y="393"/>
                  </a:lnTo>
                  <a:lnTo>
                    <a:pt x="42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102"/>
            <p:cNvSpPr/>
            <p:nvPr/>
          </p:nvSpPr>
          <p:spPr>
            <a:xfrm>
              <a:off x="3325285" y="2029329"/>
              <a:ext cx="156946" cy="19150"/>
            </a:xfrm>
            <a:custGeom>
              <a:rect b="b" l="l" r="r" t="t"/>
              <a:pathLst>
                <a:path extrusionOk="0" h="394" w="3229">
                  <a:moveTo>
                    <a:pt x="30" y="1"/>
                  </a:moveTo>
                  <a:lnTo>
                    <a:pt x="1" y="393"/>
                  </a:lnTo>
                  <a:lnTo>
                    <a:pt x="3185" y="393"/>
                  </a:lnTo>
                  <a:lnTo>
                    <a:pt x="32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102"/>
            <p:cNvSpPr/>
            <p:nvPr/>
          </p:nvSpPr>
          <p:spPr>
            <a:xfrm>
              <a:off x="2504112" y="1208838"/>
              <a:ext cx="763293" cy="333625"/>
            </a:xfrm>
            <a:custGeom>
              <a:rect b="b" l="l" r="r" t="t"/>
              <a:pathLst>
                <a:path extrusionOk="0" h="6864" w="15704">
                  <a:moveTo>
                    <a:pt x="8186" y="1"/>
                  </a:moveTo>
                  <a:cubicBezTo>
                    <a:pt x="5729" y="1"/>
                    <a:pt x="7852" y="4523"/>
                    <a:pt x="5060" y="4523"/>
                  </a:cubicBezTo>
                  <a:cubicBezTo>
                    <a:pt x="3083" y="4523"/>
                    <a:pt x="4130" y="1848"/>
                    <a:pt x="2312" y="1848"/>
                  </a:cubicBezTo>
                  <a:cubicBezTo>
                    <a:pt x="786" y="1848"/>
                    <a:pt x="131" y="4523"/>
                    <a:pt x="131" y="4523"/>
                  </a:cubicBezTo>
                  <a:lnTo>
                    <a:pt x="0" y="6864"/>
                  </a:lnTo>
                  <a:lnTo>
                    <a:pt x="15558" y="6864"/>
                  </a:lnTo>
                  <a:cubicBezTo>
                    <a:pt x="15703" y="4072"/>
                    <a:pt x="15485" y="1848"/>
                    <a:pt x="13871" y="1848"/>
                  </a:cubicBezTo>
                  <a:cubicBezTo>
                    <a:pt x="12025" y="1848"/>
                    <a:pt x="13144" y="4290"/>
                    <a:pt x="10862" y="4290"/>
                  </a:cubicBezTo>
                  <a:cubicBezTo>
                    <a:pt x="8492" y="4290"/>
                    <a:pt x="10425" y="1"/>
                    <a:pt x="8186" y="1"/>
                  </a:cubicBezTo>
                  <a:close/>
                </a:path>
              </a:pathLst>
            </a:custGeom>
            <a:solidFill>
              <a:srgbClr val="C2DCFF">
                <a:alpha val="490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102"/>
            <p:cNvSpPr/>
            <p:nvPr/>
          </p:nvSpPr>
          <p:spPr>
            <a:xfrm>
              <a:off x="2504112" y="1208838"/>
              <a:ext cx="763293" cy="333625"/>
            </a:xfrm>
            <a:custGeom>
              <a:rect b="b" l="l" r="r" t="t"/>
              <a:pathLst>
                <a:path extrusionOk="0" fill="none" h="6864" w="15704">
                  <a:moveTo>
                    <a:pt x="0" y="6864"/>
                  </a:moveTo>
                  <a:lnTo>
                    <a:pt x="15558" y="6864"/>
                  </a:lnTo>
                  <a:cubicBezTo>
                    <a:pt x="15703" y="4072"/>
                    <a:pt x="15485" y="1848"/>
                    <a:pt x="13871" y="1848"/>
                  </a:cubicBezTo>
                  <a:cubicBezTo>
                    <a:pt x="12025" y="1848"/>
                    <a:pt x="13144" y="4290"/>
                    <a:pt x="10862" y="4290"/>
                  </a:cubicBezTo>
                  <a:cubicBezTo>
                    <a:pt x="8492" y="4290"/>
                    <a:pt x="10425" y="1"/>
                    <a:pt x="8186" y="1"/>
                  </a:cubicBezTo>
                  <a:cubicBezTo>
                    <a:pt x="5729" y="1"/>
                    <a:pt x="7852" y="4523"/>
                    <a:pt x="5060" y="4523"/>
                  </a:cubicBezTo>
                  <a:cubicBezTo>
                    <a:pt x="3083" y="4523"/>
                    <a:pt x="4130" y="1848"/>
                    <a:pt x="2312" y="1848"/>
                  </a:cubicBezTo>
                  <a:cubicBezTo>
                    <a:pt x="786" y="1848"/>
                    <a:pt x="131" y="4523"/>
                    <a:pt x="131" y="4523"/>
                  </a:cubicBezTo>
                  <a:close/>
                </a:path>
              </a:pathLst>
            </a:custGeom>
            <a:solidFill>
              <a:schemeClr val="dk2"/>
            </a:solidFill>
            <a:ln cap="rnd" cmpd="sng" w="21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102"/>
            <p:cNvSpPr/>
            <p:nvPr/>
          </p:nvSpPr>
          <p:spPr>
            <a:xfrm>
              <a:off x="2594565" y="1279266"/>
              <a:ext cx="43161" cy="38641"/>
            </a:xfrm>
            <a:custGeom>
              <a:rect b="b" l="l" r="r" t="t"/>
              <a:pathLst>
                <a:path extrusionOk="0" h="795" w="888">
                  <a:moveTo>
                    <a:pt x="471" y="0"/>
                  </a:moveTo>
                  <a:cubicBezTo>
                    <a:pt x="365" y="0"/>
                    <a:pt x="257" y="40"/>
                    <a:pt x="175" y="122"/>
                  </a:cubicBezTo>
                  <a:cubicBezTo>
                    <a:pt x="15" y="268"/>
                    <a:pt x="0" y="529"/>
                    <a:pt x="160" y="675"/>
                  </a:cubicBezTo>
                  <a:cubicBezTo>
                    <a:pt x="233" y="755"/>
                    <a:pt x="331" y="795"/>
                    <a:pt x="433" y="795"/>
                  </a:cubicBezTo>
                  <a:cubicBezTo>
                    <a:pt x="535" y="795"/>
                    <a:pt x="640" y="755"/>
                    <a:pt x="727" y="675"/>
                  </a:cubicBezTo>
                  <a:cubicBezTo>
                    <a:pt x="887" y="515"/>
                    <a:pt x="887" y="268"/>
                    <a:pt x="742" y="108"/>
                  </a:cubicBezTo>
                  <a:cubicBezTo>
                    <a:pt x="671" y="37"/>
                    <a:pt x="572" y="0"/>
                    <a:pt x="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102"/>
            <p:cNvSpPr/>
            <p:nvPr/>
          </p:nvSpPr>
          <p:spPr>
            <a:xfrm>
              <a:off x="2730269" y="1409526"/>
              <a:ext cx="39613" cy="38301"/>
            </a:xfrm>
            <a:custGeom>
              <a:rect b="b" l="l" r="r" t="t"/>
              <a:pathLst>
                <a:path extrusionOk="0" h="788" w="815">
                  <a:moveTo>
                    <a:pt x="458" y="0"/>
                  </a:moveTo>
                  <a:cubicBezTo>
                    <a:pt x="451" y="0"/>
                    <a:pt x="444" y="1"/>
                    <a:pt x="436" y="1"/>
                  </a:cubicBezTo>
                  <a:cubicBezTo>
                    <a:pt x="204" y="1"/>
                    <a:pt x="29" y="176"/>
                    <a:pt x="15" y="394"/>
                  </a:cubicBezTo>
                  <a:cubicBezTo>
                    <a:pt x="1" y="604"/>
                    <a:pt x="162" y="787"/>
                    <a:pt x="369" y="787"/>
                  </a:cubicBezTo>
                  <a:cubicBezTo>
                    <a:pt x="377" y="787"/>
                    <a:pt x="385" y="787"/>
                    <a:pt x="393" y="786"/>
                  </a:cubicBezTo>
                  <a:cubicBezTo>
                    <a:pt x="611" y="786"/>
                    <a:pt x="800" y="612"/>
                    <a:pt x="814" y="394"/>
                  </a:cubicBezTo>
                  <a:cubicBezTo>
                    <a:pt x="814" y="184"/>
                    <a:pt x="652" y="0"/>
                    <a:pt x="4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102"/>
            <p:cNvSpPr/>
            <p:nvPr/>
          </p:nvSpPr>
          <p:spPr>
            <a:xfrm>
              <a:off x="2882207" y="1189737"/>
              <a:ext cx="40294" cy="38301"/>
            </a:xfrm>
            <a:custGeom>
              <a:rect b="b" l="l" r="r" t="t"/>
              <a:pathLst>
                <a:path extrusionOk="0" h="788" w="829">
                  <a:moveTo>
                    <a:pt x="460" y="1"/>
                  </a:moveTo>
                  <a:cubicBezTo>
                    <a:pt x="452" y="1"/>
                    <a:pt x="444" y="1"/>
                    <a:pt x="436" y="1"/>
                  </a:cubicBezTo>
                  <a:cubicBezTo>
                    <a:pt x="204" y="1"/>
                    <a:pt x="29" y="176"/>
                    <a:pt x="15" y="394"/>
                  </a:cubicBezTo>
                  <a:cubicBezTo>
                    <a:pt x="1" y="604"/>
                    <a:pt x="162" y="787"/>
                    <a:pt x="369" y="787"/>
                  </a:cubicBezTo>
                  <a:cubicBezTo>
                    <a:pt x="377" y="787"/>
                    <a:pt x="385" y="787"/>
                    <a:pt x="393" y="787"/>
                  </a:cubicBezTo>
                  <a:cubicBezTo>
                    <a:pt x="611" y="787"/>
                    <a:pt x="800" y="612"/>
                    <a:pt x="814" y="394"/>
                  </a:cubicBezTo>
                  <a:cubicBezTo>
                    <a:pt x="828" y="184"/>
                    <a:pt x="667" y="1"/>
                    <a:pt x="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102"/>
            <p:cNvSpPr/>
            <p:nvPr/>
          </p:nvSpPr>
          <p:spPr>
            <a:xfrm>
              <a:off x="3011495" y="1398250"/>
              <a:ext cx="40342" cy="38933"/>
            </a:xfrm>
            <a:custGeom>
              <a:rect b="b" l="l" r="r" t="t"/>
              <a:pathLst>
                <a:path extrusionOk="0" h="801" w="830">
                  <a:moveTo>
                    <a:pt x="437" y="1"/>
                  </a:moveTo>
                  <a:cubicBezTo>
                    <a:pt x="219" y="1"/>
                    <a:pt x="30" y="175"/>
                    <a:pt x="15" y="393"/>
                  </a:cubicBezTo>
                  <a:cubicBezTo>
                    <a:pt x="1" y="611"/>
                    <a:pt x="175" y="800"/>
                    <a:pt x="394" y="800"/>
                  </a:cubicBezTo>
                  <a:cubicBezTo>
                    <a:pt x="626" y="786"/>
                    <a:pt x="801" y="611"/>
                    <a:pt x="815" y="393"/>
                  </a:cubicBezTo>
                  <a:cubicBezTo>
                    <a:pt x="830" y="175"/>
                    <a:pt x="655" y="1"/>
                    <a:pt x="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102"/>
            <p:cNvSpPr/>
            <p:nvPr/>
          </p:nvSpPr>
          <p:spPr>
            <a:xfrm>
              <a:off x="3157114" y="1279266"/>
              <a:ext cx="43161" cy="38738"/>
            </a:xfrm>
            <a:custGeom>
              <a:rect b="b" l="l" r="r" t="t"/>
              <a:pathLst>
                <a:path extrusionOk="0" h="797" w="888">
                  <a:moveTo>
                    <a:pt x="463" y="0"/>
                  </a:moveTo>
                  <a:cubicBezTo>
                    <a:pt x="361" y="0"/>
                    <a:pt x="256" y="40"/>
                    <a:pt x="175" y="122"/>
                  </a:cubicBezTo>
                  <a:cubicBezTo>
                    <a:pt x="15" y="282"/>
                    <a:pt x="0" y="529"/>
                    <a:pt x="146" y="689"/>
                  </a:cubicBezTo>
                  <a:cubicBezTo>
                    <a:pt x="217" y="760"/>
                    <a:pt x="315" y="797"/>
                    <a:pt x="416" y="797"/>
                  </a:cubicBezTo>
                  <a:cubicBezTo>
                    <a:pt x="522" y="797"/>
                    <a:pt x="631" y="757"/>
                    <a:pt x="713" y="675"/>
                  </a:cubicBezTo>
                  <a:cubicBezTo>
                    <a:pt x="873" y="515"/>
                    <a:pt x="887" y="268"/>
                    <a:pt x="727" y="108"/>
                  </a:cubicBezTo>
                  <a:cubicBezTo>
                    <a:pt x="656" y="37"/>
                    <a:pt x="561" y="0"/>
                    <a:pt x="4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102"/>
            <p:cNvSpPr/>
            <p:nvPr/>
          </p:nvSpPr>
          <p:spPr>
            <a:xfrm>
              <a:off x="2504112" y="1155131"/>
              <a:ext cx="968212" cy="387333"/>
            </a:xfrm>
            <a:custGeom>
              <a:rect b="b" l="l" r="r" t="t"/>
              <a:pathLst>
                <a:path extrusionOk="0" fill="none" h="7969" w="19920">
                  <a:moveTo>
                    <a:pt x="19920" y="7969"/>
                  </a:moveTo>
                  <a:lnTo>
                    <a:pt x="0" y="7969"/>
                  </a:lnTo>
                  <a:lnTo>
                    <a:pt x="422" y="1"/>
                  </a:lnTo>
                </a:path>
              </a:pathLst>
            </a:custGeom>
            <a:solidFill>
              <a:schemeClr val="dk2"/>
            </a:solidFill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102"/>
            <p:cNvSpPr/>
            <p:nvPr/>
          </p:nvSpPr>
          <p:spPr>
            <a:xfrm>
              <a:off x="2488559" y="1155131"/>
              <a:ext cx="68582" cy="34704"/>
            </a:xfrm>
            <a:custGeom>
              <a:rect b="b" l="l" r="r" t="t"/>
              <a:pathLst>
                <a:path extrusionOk="0" fill="none" h="714" w="1411">
                  <a:moveTo>
                    <a:pt x="1" y="713"/>
                  </a:moveTo>
                  <a:lnTo>
                    <a:pt x="742" y="1"/>
                  </a:lnTo>
                  <a:lnTo>
                    <a:pt x="1411" y="713"/>
                  </a:lnTo>
                </a:path>
              </a:pathLst>
            </a:custGeom>
            <a:solidFill>
              <a:schemeClr val="dk2"/>
            </a:solidFill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102"/>
            <p:cNvSpPr/>
            <p:nvPr/>
          </p:nvSpPr>
          <p:spPr>
            <a:xfrm>
              <a:off x="3436249" y="1508484"/>
              <a:ext cx="36065" cy="68630"/>
            </a:xfrm>
            <a:custGeom>
              <a:rect b="b" l="l" r="r" t="t"/>
              <a:pathLst>
                <a:path extrusionOk="0" fill="none" h="1412" w="742">
                  <a:moveTo>
                    <a:pt x="73" y="1"/>
                  </a:moveTo>
                  <a:lnTo>
                    <a:pt x="742" y="699"/>
                  </a:lnTo>
                  <a:lnTo>
                    <a:pt x="0" y="1411"/>
                  </a:lnTo>
                </a:path>
              </a:pathLst>
            </a:custGeom>
            <a:solidFill>
              <a:schemeClr val="dk2"/>
            </a:solidFill>
            <a:ln cap="rnd" cmpd="sng" w="47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102"/>
            <p:cNvSpPr/>
            <p:nvPr/>
          </p:nvSpPr>
          <p:spPr>
            <a:xfrm>
              <a:off x="3430611" y="1146625"/>
              <a:ext cx="50160" cy="48168"/>
            </a:xfrm>
            <a:custGeom>
              <a:rect b="b" l="l" r="r" t="t"/>
              <a:pathLst>
                <a:path extrusionOk="0" h="991" w="1032">
                  <a:moveTo>
                    <a:pt x="563" y="1"/>
                  </a:moveTo>
                  <a:cubicBezTo>
                    <a:pt x="554" y="1"/>
                    <a:pt x="546" y="1"/>
                    <a:pt x="538" y="1"/>
                  </a:cubicBezTo>
                  <a:cubicBezTo>
                    <a:pt x="262" y="1"/>
                    <a:pt x="29" y="220"/>
                    <a:pt x="15" y="496"/>
                  </a:cubicBezTo>
                  <a:cubicBezTo>
                    <a:pt x="0" y="772"/>
                    <a:pt x="218" y="990"/>
                    <a:pt x="480" y="990"/>
                  </a:cubicBezTo>
                  <a:cubicBezTo>
                    <a:pt x="756" y="990"/>
                    <a:pt x="989" y="772"/>
                    <a:pt x="1003" y="496"/>
                  </a:cubicBezTo>
                  <a:cubicBezTo>
                    <a:pt x="1031" y="228"/>
                    <a:pt x="827" y="1"/>
                    <a:pt x="56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102"/>
            <p:cNvSpPr/>
            <p:nvPr/>
          </p:nvSpPr>
          <p:spPr>
            <a:xfrm>
              <a:off x="3426334" y="1222982"/>
              <a:ext cx="50258" cy="48119"/>
            </a:xfrm>
            <a:custGeom>
              <a:rect b="b" l="l" r="r" t="t"/>
              <a:pathLst>
                <a:path extrusionOk="0" h="990" w="1034">
                  <a:moveTo>
                    <a:pt x="539" y="1"/>
                  </a:moveTo>
                  <a:cubicBezTo>
                    <a:pt x="263" y="1"/>
                    <a:pt x="30" y="219"/>
                    <a:pt x="15" y="495"/>
                  </a:cubicBezTo>
                  <a:cubicBezTo>
                    <a:pt x="1" y="771"/>
                    <a:pt x="219" y="989"/>
                    <a:pt x="495" y="989"/>
                  </a:cubicBezTo>
                  <a:cubicBezTo>
                    <a:pt x="771" y="989"/>
                    <a:pt x="1004" y="771"/>
                    <a:pt x="1019" y="495"/>
                  </a:cubicBezTo>
                  <a:cubicBezTo>
                    <a:pt x="1033" y="219"/>
                    <a:pt x="815" y="1"/>
                    <a:pt x="5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102"/>
            <p:cNvSpPr/>
            <p:nvPr/>
          </p:nvSpPr>
          <p:spPr>
            <a:xfrm>
              <a:off x="3422154" y="1298611"/>
              <a:ext cx="50160" cy="48119"/>
            </a:xfrm>
            <a:custGeom>
              <a:rect b="b" l="l" r="r" t="t"/>
              <a:pathLst>
                <a:path extrusionOk="0" h="990" w="1032">
                  <a:moveTo>
                    <a:pt x="552" y="1"/>
                  </a:moveTo>
                  <a:cubicBezTo>
                    <a:pt x="261" y="1"/>
                    <a:pt x="43" y="219"/>
                    <a:pt x="29" y="495"/>
                  </a:cubicBezTo>
                  <a:cubicBezTo>
                    <a:pt x="0" y="763"/>
                    <a:pt x="205" y="990"/>
                    <a:pt x="469" y="990"/>
                  </a:cubicBezTo>
                  <a:cubicBezTo>
                    <a:pt x="477" y="990"/>
                    <a:pt x="486" y="990"/>
                    <a:pt x="494" y="989"/>
                  </a:cubicBezTo>
                  <a:cubicBezTo>
                    <a:pt x="770" y="989"/>
                    <a:pt x="1003" y="771"/>
                    <a:pt x="1017" y="495"/>
                  </a:cubicBezTo>
                  <a:cubicBezTo>
                    <a:pt x="1032" y="219"/>
                    <a:pt x="814" y="1"/>
                    <a:pt x="5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102"/>
            <p:cNvSpPr/>
            <p:nvPr/>
          </p:nvSpPr>
          <p:spPr>
            <a:xfrm>
              <a:off x="1334170" y="1278895"/>
              <a:ext cx="212744" cy="203558"/>
            </a:xfrm>
            <a:custGeom>
              <a:rect b="b" l="l" r="r" t="t"/>
              <a:pathLst>
                <a:path extrusionOk="0" h="4188" w="4377">
                  <a:moveTo>
                    <a:pt x="756" y="0"/>
                  </a:moveTo>
                  <a:cubicBezTo>
                    <a:pt x="335" y="0"/>
                    <a:pt x="0" y="349"/>
                    <a:pt x="29" y="771"/>
                  </a:cubicBezTo>
                  <a:lnTo>
                    <a:pt x="175" y="3490"/>
                  </a:lnTo>
                  <a:cubicBezTo>
                    <a:pt x="189" y="3882"/>
                    <a:pt x="509" y="4188"/>
                    <a:pt x="902" y="4188"/>
                  </a:cubicBezTo>
                  <a:lnTo>
                    <a:pt x="3621" y="4188"/>
                  </a:lnTo>
                  <a:cubicBezTo>
                    <a:pt x="4042" y="4188"/>
                    <a:pt x="4377" y="3839"/>
                    <a:pt x="4348" y="3417"/>
                  </a:cubicBezTo>
                  <a:lnTo>
                    <a:pt x="4202" y="684"/>
                  </a:lnTo>
                  <a:cubicBezTo>
                    <a:pt x="4188" y="306"/>
                    <a:pt x="3868" y="0"/>
                    <a:pt x="3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102"/>
            <p:cNvSpPr/>
            <p:nvPr/>
          </p:nvSpPr>
          <p:spPr>
            <a:xfrm>
              <a:off x="1370915" y="1339651"/>
              <a:ext cx="136434" cy="82045"/>
            </a:xfrm>
            <a:custGeom>
              <a:rect b="b" l="l" r="r" t="t"/>
              <a:pathLst>
                <a:path extrusionOk="0" fill="none" h="1688" w="2807">
                  <a:moveTo>
                    <a:pt x="0" y="553"/>
                  </a:moveTo>
                  <a:lnTo>
                    <a:pt x="1192" y="1687"/>
                  </a:lnTo>
                  <a:lnTo>
                    <a:pt x="2806" y="1"/>
                  </a:lnTo>
                </a:path>
              </a:pathLst>
            </a:custGeom>
            <a:noFill/>
            <a:ln cap="rnd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102"/>
            <p:cNvSpPr/>
            <p:nvPr/>
          </p:nvSpPr>
          <p:spPr>
            <a:xfrm>
              <a:off x="3422154" y="1374236"/>
              <a:ext cx="50160" cy="48119"/>
            </a:xfrm>
            <a:custGeom>
              <a:rect b="b" l="l" r="r" t="t"/>
              <a:pathLst>
                <a:path extrusionOk="0" h="990" w="1032">
                  <a:moveTo>
                    <a:pt x="552" y="1"/>
                  </a:moveTo>
                  <a:cubicBezTo>
                    <a:pt x="261" y="1"/>
                    <a:pt x="43" y="219"/>
                    <a:pt x="29" y="495"/>
                  </a:cubicBezTo>
                  <a:cubicBezTo>
                    <a:pt x="0" y="763"/>
                    <a:pt x="205" y="990"/>
                    <a:pt x="469" y="990"/>
                  </a:cubicBezTo>
                  <a:cubicBezTo>
                    <a:pt x="477" y="990"/>
                    <a:pt x="486" y="990"/>
                    <a:pt x="494" y="989"/>
                  </a:cubicBezTo>
                  <a:cubicBezTo>
                    <a:pt x="770" y="989"/>
                    <a:pt x="1003" y="771"/>
                    <a:pt x="1017" y="495"/>
                  </a:cubicBezTo>
                  <a:cubicBezTo>
                    <a:pt x="1032" y="219"/>
                    <a:pt x="814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102"/>
            <p:cNvSpPr/>
            <p:nvPr/>
          </p:nvSpPr>
          <p:spPr>
            <a:xfrm>
              <a:off x="1176918" y="1746646"/>
              <a:ext cx="1034655" cy="793671"/>
            </a:xfrm>
            <a:custGeom>
              <a:rect b="b" l="l" r="r" t="t"/>
              <a:pathLst>
                <a:path extrusionOk="0" h="16329" w="21287">
                  <a:moveTo>
                    <a:pt x="757" y="1"/>
                  </a:moveTo>
                  <a:cubicBezTo>
                    <a:pt x="335" y="1"/>
                    <a:pt x="1" y="364"/>
                    <a:pt x="30" y="786"/>
                  </a:cubicBezTo>
                  <a:lnTo>
                    <a:pt x="1338" y="15675"/>
                  </a:lnTo>
                  <a:cubicBezTo>
                    <a:pt x="1367" y="16038"/>
                    <a:pt x="1687" y="16329"/>
                    <a:pt x="2065" y="16329"/>
                  </a:cubicBezTo>
                  <a:lnTo>
                    <a:pt x="20516" y="16329"/>
                  </a:lnTo>
                  <a:cubicBezTo>
                    <a:pt x="20953" y="16329"/>
                    <a:pt x="21287" y="15965"/>
                    <a:pt x="21243" y="15544"/>
                  </a:cubicBezTo>
                  <a:lnTo>
                    <a:pt x="19949" y="670"/>
                  </a:lnTo>
                  <a:cubicBezTo>
                    <a:pt x="19906" y="292"/>
                    <a:pt x="19600" y="1"/>
                    <a:pt x="19222" y="1"/>
                  </a:cubicBezTo>
                  <a:close/>
                </a:path>
              </a:pathLst>
            </a:custGeom>
            <a:solidFill>
              <a:srgbClr val="C2DCFF">
                <a:alpha val="22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102"/>
            <p:cNvSpPr/>
            <p:nvPr/>
          </p:nvSpPr>
          <p:spPr>
            <a:xfrm>
              <a:off x="2948601" y="1857610"/>
              <a:ext cx="798629" cy="522990"/>
            </a:xfrm>
            <a:custGeom>
              <a:rect b="b" l="l" r="r" t="t"/>
              <a:pathLst>
                <a:path extrusionOk="0" h="10760" w="16431">
                  <a:moveTo>
                    <a:pt x="1586" y="0"/>
                  </a:moveTo>
                  <a:cubicBezTo>
                    <a:pt x="1208" y="0"/>
                    <a:pt x="888" y="291"/>
                    <a:pt x="859" y="669"/>
                  </a:cubicBezTo>
                  <a:lnTo>
                    <a:pt x="45" y="9960"/>
                  </a:lnTo>
                  <a:cubicBezTo>
                    <a:pt x="1" y="10396"/>
                    <a:pt x="350" y="10760"/>
                    <a:pt x="772" y="10760"/>
                  </a:cubicBezTo>
                  <a:lnTo>
                    <a:pt x="14846" y="10760"/>
                  </a:lnTo>
                  <a:cubicBezTo>
                    <a:pt x="15224" y="10760"/>
                    <a:pt x="15544" y="10469"/>
                    <a:pt x="15573" y="10091"/>
                  </a:cubicBezTo>
                  <a:lnTo>
                    <a:pt x="16387" y="800"/>
                  </a:lnTo>
                  <a:cubicBezTo>
                    <a:pt x="16431" y="364"/>
                    <a:pt x="16096" y="0"/>
                    <a:pt x="15660" y="0"/>
                  </a:cubicBezTo>
                  <a:close/>
                </a:path>
              </a:pathLst>
            </a:custGeom>
            <a:solidFill>
              <a:srgbClr val="C2DCFF">
                <a:alpha val="22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102"/>
            <p:cNvSpPr/>
            <p:nvPr/>
          </p:nvSpPr>
          <p:spPr>
            <a:xfrm>
              <a:off x="2444037" y="1097194"/>
              <a:ext cx="1108874" cy="503208"/>
            </a:xfrm>
            <a:custGeom>
              <a:rect b="b" l="l" r="r" t="t"/>
              <a:pathLst>
                <a:path extrusionOk="0" h="10353" w="22814">
                  <a:moveTo>
                    <a:pt x="1195" y="0"/>
                  </a:moveTo>
                  <a:cubicBezTo>
                    <a:pt x="815" y="0"/>
                    <a:pt x="509" y="300"/>
                    <a:pt x="495" y="684"/>
                  </a:cubicBezTo>
                  <a:lnTo>
                    <a:pt x="30" y="9582"/>
                  </a:lnTo>
                  <a:cubicBezTo>
                    <a:pt x="1" y="10004"/>
                    <a:pt x="335" y="10353"/>
                    <a:pt x="757" y="10353"/>
                  </a:cubicBezTo>
                  <a:lnTo>
                    <a:pt x="21607" y="10353"/>
                  </a:lnTo>
                  <a:cubicBezTo>
                    <a:pt x="21985" y="10353"/>
                    <a:pt x="22305" y="10048"/>
                    <a:pt x="22334" y="9670"/>
                  </a:cubicBezTo>
                  <a:lnTo>
                    <a:pt x="22799" y="757"/>
                  </a:lnTo>
                  <a:cubicBezTo>
                    <a:pt x="22813" y="344"/>
                    <a:pt x="22492" y="0"/>
                    <a:pt x="22096" y="0"/>
                  </a:cubicBezTo>
                  <a:cubicBezTo>
                    <a:pt x="22088" y="0"/>
                    <a:pt x="22080" y="0"/>
                    <a:pt x="22072" y="1"/>
                  </a:cubicBezTo>
                  <a:lnTo>
                    <a:pt x="1222" y="1"/>
                  </a:lnTo>
                  <a:cubicBezTo>
                    <a:pt x="1213" y="0"/>
                    <a:pt x="1204" y="0"/>
                    <a:pt x="1195" y="0"/>
                  </a:cubicBezTo>
                  <a:close/>
                </a:path>
              </a:pathLst>
            </a:custGeom>
            <a:solidFill>
              <a:srgbClr val="C2DCFF">
                <a:alpha val="226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gital Identity Workshop by Slidesgo">
  <a:themeElements>
    <a:clrScheme name="Simple Light">
      <a:dk1>
        <a:srgbClr val="E58A45"/>
      </a:dk1>
      <a:lt1>
        <a:srgbClr val="EBF5FF"/>
      </a:lt1>
      <a:dk2>
        <a:srgbClr val="193B59"/>
      </a:dk2>
      <a:lt2>
        <a:srgbClr val="C2DCFF"/>
      </a:lt2>
      <a:accent1>
        <a:srgbClr val="BF504C"/>
      </a:accent1>
      <a:accent2>
        <a:srgbClr val="F3B14F"/>
      </a:accent2>
      <a:accent3>
        <a:srgbClr val="9973D1"/>
      </a:accent3>
      <a:accent4>
        <a:srgbClr val="FFFFFF"/>
      </a:accent4>
      <a:accent5>
        <a:srgbClr val="FFFFFF"/>
      </a:accent5>
      <a:accent6>
        <a:srgbClr val="FFFFFF"/>
      </a:accent6>
      <a:hlink>
        <a:srgbClr val="193B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gital slides">
  <a:themeElements>
    <a:clrScheme name="Simple Light">
      <a:dk1>
        <a:srgbClr val="E58A45"/>
      </a:dk1>
      <a:lt1>
        <a:srgbClr val="EBF5FF"/>
      </a:lt1>
      <a:dk2>
        <a:srgbClr val="193B59"/>
      </a:dk2>
      <a:lt2>
        <a:srgbClr val="C2DCFF"/>
      </a:lt2>
      <a:accent1>
        <a:srgbClr val="BF504C"/>
      </a:accent1>
      <a:accent2>
        <a:srgbClr val="F3B14F"/>
      </a:accent2>
      <a:accent3>
        <a:srgbClr val="9973D1"/>
      </a:accent3>
      <a:accent4>
        <a:srgbClr val="FFFFFF"/>
      </a:accent4>
      <a:accent5>
        <a:srgbClr val="FFFFFF"/>
      </a:accent5>
      <a:accent6>
        <a:srgbClr val="FFFFFF"/>
      </a:accent6>
      <a:hlink>
        <a:srgbClr val="193B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